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77c033b2b848e9" /><Relationship Type="http://schemas.openxmlformats.org/officeDocument/2006/relationships/extended-properties" Target="/docProps/app.xml" Id="R48357d85e25d4213" /><Relationship Type="http://schemas.openxmlformats.org/officeDocument/2006/relationships/officeDocument" Target="/ppt/presentation.xml" Id="R691d0360211a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2bd273a429428f"/>
  </p:sldMasterIdLst>
  <p:notesMasterIdLst>
    <p:notesMasterId xmlns:r="http://schemas.openxmlformats.org/officeDocument/2006/relationships" r:id="R07ff213adb004f78"/>
  </p:notesMasterIdLst>
  <p:sldIdLst>
    <p:sldId xmlns:r="http://schemas.openxmlformats.org/officeDocument/2006/relationships" id="256" r:id="R71f8133413c34445"/>
    <p:sldId xmlns:r="http://schemas.openxmlformats.org/officeDocument/2006/relationships" id="257" r:id="Rb2d63c60d2de40fb"/>
    <p:sldId xmlns:r="http://schemas.openxmlformats.org/officeDocument/2006/relationships" id="258" r:id="R08a63799d3eb427d"/>
    <p:sldId xmlns:r="http://schemas.openxmlformats.org/officeDocument/2006/relationships" id="259" r:id="R9e9df17645e94cbb"/>
    <p:sldId xmlns:r="http://schemas.openxmlformats.org/officeDocument/2006/relationships" id="260" r:id="R8c172b3a68304d21"/>
    <p:sldId xmlns:r="http://schemas.openxmlformats.org/officeDocument/2006/relationships" id="261" r:id="Reb2aa9c6a4074e18"/>
    <p:sldId xmlns:r="http://schemas.openxmlformats.org/officeDocument/2006/relationships" id="262" r:id="Raa9ae4d02a374aac"/>
    <p:sldId xmlns:r="http://schemas.openxmlformats.org/officeDocument/2006/relationships" id="263" r:id="R213b7961af8f4d2b"/>
    <p:sldId xmlns:r="http://schemas.openxmlformats.org/officeDocument/2006/relationships" id="264" r:id="R8fb77696e16b4915"/>
    <p:sldId xmlns:r="http://schemas.openxmlformats.org/officeDocument/2006/relationships" id="265" r:id="R0b31417716f54b18"/>
    <p:sldId xmlns:r="http://schemas.openxmlformats.org/officeDocument/2006/relationships" id="266" r:id="R3e9c6d4616834a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fa5ef433be4f35" /><Relationship Type="http://schemas.openxmlformats.org/officeDocument/2006/relationships/slideMaster" Target="/ppt/slideMasters/slideMaster1.xml" Id="Re32bd273a429428f" /><Relationship Type="http://schemas.openxmlformats.org/officeDocument/2006/relationships/notesMaster" Target="/ppt/notesMasters/notesMaster1.xml" Id="R07ff213adb004f78" /><Relationship Type="http://schemas.openxmlformats.org/officeDocument/2006/relationships/presProps" Target="/ppt/presProps.xml" Id="R4b5ded9c7ce64af8" /><Relationship Type="http://schemas.openxmlformats.org/officeDocument/2006/relationships/tableStyles" Target="/ppt/tableStyles.xml" Id="Rae8091c274d14167" /><Relationship Type="http://schemas.openxmlformats.org/officeDocument/2006/relationships/slide" Target="/ppt/slides/slide1.xml" Id="R71f8133413c34445" /><Relationship Type="http://schemas.openxmlformats.org/officeDocument/2006/relationships/slide" Target="/ppt/slides/slide2.xml" Id="Rb2d63c60d2de40fb" /><Relationship Type="http://schemas.openxmlformats.org/officeDocument/2006/relationships/slide" Target="/ppt/slides/slide3.xml" Id="R08a63799d3eb427d" /><Relationship Type="http://schemas.openxmlformats.org/officeDocument/2006/relationships/slide" Target="/ppt/slides/slide4.xml" Id="R9e9df17645e94cbb" /><Relationship Type="http://schemas.openxmlformats.org/officeDocument/2006/relationships/slide" Target="/ppt/slides/slide5.xml" Id="R8c172b3a68304d21" /><Relationship Type="http://schemas.openxmlformats.org/officeDocument/2006/relationships/slide" Target="/ppt/slides/slide6.xml" Id="Reb2aa9c6a4074e18" /><Relationship Type="http://schemas.openxmlformats.org/officeDocument/2006/relationships/slide" Target="/ppt/slides/slide7.xml" Id="Raa9ae4d02a374aac" /><Relationship Type="http://schemas.openxmlformats.org/officeDocument/2006/relationships/slide" Target="/ppt/slides/slide8.xml" Id="R213b7961af8f4d2b" /><Relationship Type="http://schemas.openxmlformats.org/officeDocument/2006/relationships/slide" Target="/ppt/slides/slide9.xml" Id="R8fb77696e16b4915" /><Relationship Type="http://schemas.openxmlformats.org/officeDocument/2006/relationships/slide" Target="/ppt/slides/slide10.xml" Id="R0b31417716f54b18" /><Relationship Type="http://schemas.openxmlformats.org/officeDocument/2006/relationships/slide" Target="/ppt/slides/slide11.xml" Id="R3e9c6d461683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a5958472447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5e7e64690c4f7a" /><Relationship Type="http://schemas.openxmlformats.org/officeDocument/2006/relationships/notesMaster" Target="/ppt/notesMasters/notesMaster1.xml" Id="Rdc817dc0dfcc4c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02f3462184dc8" /><Relationship Type="http://schemas.openxmlformats.org/officeDocument/2006/relationships/notesMaster" Target="/ppt/notesMasters/notesMaster1.xml" Id="R054f1a5aeed843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b48a58ef874956" /><Relationship Type="http://schemas.openxmlformats.org/officeDocument/2006/relationships/notesMaster" Target="/ppt/notesMasters/notesMaster1.xml" Id="R22b4262997ca48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3e1b0f9c3a48f9" /><Relationship Type="http://schemas.openxmlformats.org/officeDocument/2006/relationships/notesMaster" Target="/ppt/notesMasters/notesMaster1.xml" Id="R1e16dd832ef34a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8ff285868746c3" /><Relationship Type="http://schemas.openxmlformats.org/officeDocument/2006/relationships/notesMaster" Target="/ppt/notesMasters/notesMaster1.xml" Id="R5de962754b8245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1a66760c8f44dc" /><Relationship Type="http://schemas.openxmlformats.org/officeDocument/2006/relationships/notesMaster" Target="/ppt/notesMasters/notesMaster1.xml" Id="Rd6eb4d46e5c0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0fce48d6574766" /><Relationship Type="http://schemas.openxmlformats.org/officeDocument/2006/relationships/notesMaster" Target="/ppt/notesMasters/notesMaster1.xml" Id="R76ecffd4c7734b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1a7107d9ef4456" /><Relationship Type="http://schemas.openxmlformats.org/officeDocument/2006/relationships/notesMaster" Target="/ppt/notesMasters/notesMaster1.xml" Id="Rd9f9651f5f004a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e37b401a154729" /><Relationship Type="http://schemas.openxmlformats.org/officeDocument/2006/relationships/notesMaster" Target="/ppt/notesMasters/notesMaster1.xml" Id="Recb0ffded7af4a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94a51d6c6c4ad0" /><Relationship Type="http://schemas.openxmlformats.org/officeDocument/2006/relationships/notesMaster" Target="/ppt/notesMasters/notesMaster1.xml" Id="R8f2afcc453c440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da6603429b4b68" /><Relationship Type="http://schemas.openxmlformats.org/officeDocument/2006/relationships/notesMaster" Target="/ppt/notesMasters/notesMaster1.xml" Id="R9880321232514b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덱의 출발점은 추상 정의가 아니라 이사 D-30 실제 구조다. SourceRow는 근거 단위이고 Item은 실행 단위다.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D:\flowme2605\flow-mvp\agent.md</a:t>
            </a:r>
          </a:p>
          <a:p xmlns:a="http://schemas.openxmlformats.org/drawingml/2006/main">
            <a:r>
              <a:t>- D:\flowme2605\flow-mvp\docs\specs\2026-07-11-canonical-flow-data-model\spec.md</a:t>
            </a:r>
          </a:p>
          <a:p xmlns:a="http://schemas.openxmlformats.org/drawingml/2006/main">
            <a:r>
              <a:t>- D:\flowme2605\flow-mvp\docs\specs\2026-07-20-flowme-taxonomy-v1-1\representative-backend-dto-v1.json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이사 예시는 SourceRow와 Item이 우연히 1:1인 사례다. 모든 원문에서 이를 강제해서는 안 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D:\flowme2605\flow-mvp\docs\specs\2026-07-20-flowme-taxonomy-v1-1\representative-backend-dto-v1.json</a:t>
            </a:r>
          </a:p>
          <a:p xmlns:a="http://schemas.openxmlformats.org/drawingml/2006/main">
            <a:r>
              <a:t>- D:\flowme2605\flow-mvp\docs\specs\2026-07-11-canonical-flow-data-model\canonical-flow-contract.ts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SourceRow는 원문 근거의 최소 단위, Item은 상태를 갖는 최소 실행 단위다. Step은 그룹이며 상태를 소유하지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D:\flowme2605\flow-mvp\agent.md</a:t>
            </a:r>
          </a:p>
          <a:p xmlns:a="http://schemas.openxmlformats.org/drawingml/2006/main">
            <a:r>
              <a:t>- D:\flowme2605\flow-mvp\docs\specs\2026-07-11-canonical-flow-data-model\spec.md</a:t>
            </a:r>
          </a:p>
          <a:p xmlns:a="http://schemas.openxmlformats.org/drawingml/2006/main">
            <a:r>
              <a:t>- D:\flowme2605\flow-mvp\docs\specs\2026-07-11-canonical-flow-data-model\canonical-flow-contract.ts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v1 Item 필드와 후속 adapter 확장을 구분한다. location과 conditions는 canonical v1의 직접 필드가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D:\flowme2605\flow-mvp\docs\specs\2026-07-11-canonical-flow-data-model\canonical-flow-contract.ts</a:t>
            </a:r>
          </a:p>
          <a:p xmlns:a="http://schemas.openxmlformats.org/drawingml/2006/main">
            <a:r>
              <a:t>- D:\flowme2605\flow-mvp\docs\specs\2026-07-11-canonical-flow-data-model\spec.md</a:t>
            </a:r>
          </a:p>
          <a:p xmlns:a="http://schemas.openxmlformats.org/drawingml/2006/main">
            <a:r>
              <a:t>- D:\flowme2605\flow-mvp\docs\specs\2026-07-20-flowme-input-composer-lab-v1\spec.md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ICS는 Calendar projection의 직렬화 형식이다. Item이 저장 모델이며 같은 Item을 여러 결과물마다 복제하지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D:\flowme2605\flow-mvp\agent.md</a:t>
            </a:r>
          </a:p>
          <a:p xmlns:a="http://schemas.openxmlformats.org/drawingml/2006/main">
            <a:r>
              <a:t>- D:\flowme2605\flow-mvp\docs\specs\2026-07-11-canonical-flow-data-model\spec.md</a:t>
            </a:r>
          </a:p>
          <a:p xmlns:a="http://schemas.openxmlformats.org/drawingml/2006/main">
            <a:r>
              <a:t>- D:\flowme2605\flow-mvp\docs\flow-rules\source-to-flow-conversion-gate.md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K-MOOC의 핵심은 14개 lesson row의 상태와 현재 위치다. 14행 미확보 시 14개 Item을 발명하지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D:\flowme2605\flow-mvp\docs\flow-rules\study-progress-tables.md</a:t>
            </a:r>
          </a:p>
          <a:p xmlns:a="http://schemas.openxmlformats.org/drawingml/2006/main">
            <a:r>
              <a:t>- D:\flowme2605\flow-mvp\docs\specs\2026-07-20-url-to-flow-output-quality-lab-v2\spec.md</a:t>
            </a:r>
          </a:p>
          <a:p xmlns:a="http://schemas.openxmlformats.org/drawingml/2006/main">
            <a:r>
              <a:t>- D:\flowme2605\flow-mvp\docs\specs\2026-07-20-url-to-flow-output-quality-lab-v2\review-rubric-v2.md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Taxonomy v1.1 초기 대표표의 routine/checklist 표기보다 후속 output-quality 판정이 우선한다.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D:\flowme2605\flow-mvp\docs\specs\2026-07-20-url-to-flow-output-quality-lab-v2\spec.md</a:t>
            </a:r>
          </a:p>
          <a:p xmlns:a="http://schemas.openxmlformats.org/drawingml/2006/main">
            <a:r>
              <a:t>- D:\flowme2605\flow-mvp\docs\specs\2026-07-20-url-to-flow-output-quality-lab-v2\review-rubric-v2.md</a:t>
            </a:r>
          </a:p>
          <a:p xmlns:a="http://schemas.openxmlformats.org/drawingml/2006/main">
            <a:r>
              <a:t>- D:\flowme2605\flow-mvp\docs\specs\2026-07-20-flowme-taxonomy-v1-1\spec.md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원문 구조와 사용자 실행 방식을 섞지 않는다. 적용 대상, 접근, 권리, 검토 상태는 taxonomy 4축과 독립이다.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D:\flowme2605\flow-mvp\docs\specs\2026-07-20-flowme-taxonomy-v1-1\spec.md</a:t>
            </a:r>
          </a:p>
          <a:p xmlns:a="http://schemas.openxmlformats.org/drawingml/2006/main">
            <a:r>
              <a:t>- D:\flowme2605\flow-mvp\docs\specs\2026-07-20-url-to-flow-output-quality-lab-v2\spec.md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Published content와 UserFlowCopy, ExecutionRun을 분리해야 원본 업데이트, 개인화, 발생별 완료 상태를 동시에 보존할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D:\flowme2605\flow-mvp\docs\specs\2026-07-11-canonical-flow-data-model\canonical-flow-contract.ts</a:t>
            </a:r>
          </a:p>
          <a:p xmlns:a="http://schemas.openxmlformats.org/drawingml/2006/main">
            <a:r>
              <a:t>- D:\flowme2605\flow-mvp\docs\specs\2026-07-11-canonical-flow-data-model\spec.md</a:t>
            </a:r>
          </a:p>
          <a:p xmlns:a="http://schemas.openxmlformats.org/drawingml/2006/main">
            <a:r>
              <a:t>- D:\flowme2605\flow-mvp\docs\specs\2026-07-20-flowme-taxonomy-v1-1\spec.md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Runtime과 Canonical을 같은 것으로 설명하지 않는다. 현재 Runtime은 legacy 필드와 hybrid를 사용하고 Canonical v1.1은 adapter 대상이다.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D:\flowme2605\flow-mvp\lib\flow\types.ts</a:t>
            </a:r>
          </a:p>
          <a:p xmlns:a="http://schemas.openxmlformats.org/drawingml/2006/main">
            <a:r>
              <a:t>- D:\flowme2605\flow-mvp\docs\specs\2026-07-11-canonical-flow-data-model\canonical-flow-contract.ts</a:t>
            </a:r>
          </a:p>
          <a:p xmlns:a="http://schemas.openxmlformats.org/drawingml/2006/main">
            <a:r>
              <a:t>- D:\flowme2605\flow-mvp\docs\specs\2026-07-20-flowme-taxonomy-v1-1\spec.md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Flow를 생성할 수 없는 경우도 명시적인 정상 출력이다. public discovery와 실제 row access, rights, review gate를 분리한다.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D:\flowme2605\flow-mvp\docs\flow-rules\source-to-flow-conversion-gate.md</a:t>
            </a:r>
          </a:p>
          <a:p xmlns:a="http://schemas.openxmlformats.org/drawingml/2006/main">
            <a:r>
              <a:t>- D:\flowme2605\flow-mvp\docs\specs\2026-07-20-flowme-taxonomy-v1-1\spec.md</a:t>
            </a:r>
          </a:p>
          <a:p xmlns:a="http://schemas.openxmlformats.org/drawingml/2006/main">
            <a:r>
              <a:t>- D:\flowme2605\flow-mvp\docs\specs\2026-07-20-flowme-taxonomy-v1-1\representative-backend-dto-v1.json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6132ebde14f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f0dc241116480e" /><Relationship Type="http://schemas.openxmlformats.org/officeDocument/2006/relationships/slideLayout" Target="/ppt/slideLayouts/slideLayout1.xml" Id="Rccec42752b8b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c42752b8b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2dd9609fc468a" /><Relationship Type="http://schemas.openxmlformats.org/officeDocument/2006/relationships/notesSlide" Target="/ppt/notesSlides/notesSlide1.xml" Id="Rb13167d426bc44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0ece974eb4c8c" /><Relationship Type="http://schemas.openxmlformats.org/officeDocument/2006/relationships/notesSlide" Target="/ppt/notesSlides/notesSlide2.xml" Id="R640954d93c30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9223538a3421f" /><Relationship Type="http://schemas.openxmlformats.org/officeDocument/2006/relationships/notesSlide" Target="/ppt/notesSlides/notesSlide3.xml" Id="R7b452c22959349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6617905424d57" /><Relationship Type="http://schemas.openxmlformats.org/officeDocument/2006/relationships/notesSlide" Target="/ppt/notesSlides/notesSlide4.xml" Id="R13ed08b909be4a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3dd864cc140b7" /><Relationship Type="http://schemas.openxmlformats.org/officeDocument/2006/relationships/notesSlide" Target="/ppt/notesSlides/notesSlide5.xml" Id="Ra96bb67e2b0244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467d5e6b64772" /><Relationship Type="http://schemas.openxmlformats.org/officeDocument/2006/relationships/notesSlide" Target="/ppt/notesSlides/notesSlide6.xml" Id="Rbaa692f2e8b546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5288a2e534fd9" /><Relationship Type="http://schemas.openxmlformats.org/officeDocument/2006/relationships/notesSlide" Target="/ppt/notesSlides/notesSlide7.xml" Id="R1b0ff6d3954249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a75834974425" /><Relationship Type="http://schemas.openxmlformats.org/officeDocument/2006/relationships/notesSlide" Target="/ppt/notesSlides/notesSlide8.xml" Id="R9f4d2b2e2943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36ddfe185445a" /><Relationship Type="http://schemas.openxmlformats.org/officeDocument/2006/relationships/notesSlide" Target="/ppt/notesSlides/notesSlide9.xml" Id="R602275c697b646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be770058c46cc" /><Relationship Type="http://schemas.openxmlformats.org/officeDocument/2006/relationships/notesSlide" Target="/ppt/notesSlides/notesSlide10.xml" Id="R06a7819fbd6244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3e1d04efd4dd5" /><Relationship Type="http://schemas.openxmlformats.org/officeDocument/2006/relationships/notesSlide" Target="/ppt/notesSlides/notesSlide11.xml" Id="R2a706113679f47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BDA177D-BE3D-40DD-A2D5-D0D1C22F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Flow는 링크가 아니라
실행 상태의 묶음이다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9048CA8-17C0-465E-AF2A-61F74A1B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이사 D-30 예시: 원문 6행 → Item 6개 → Calendar + Checklist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A3C3C8F-3508-4D39-97F0-FE2FCDC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FLOWME DATA MODEL</a:t>
            </a:r>
          </a:p>
        </p:txBody>
      </p:sp>
    </p:spTree>
    <p:extLst>
      <p:ext uri="{BB962C8B-B14F-4D97-AF65-F5344CB8AC3E}">
        <p14:creationId xmlns:p14="http://schemas.microsoft.com/office/powerpoint/2010/main" val="1296641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0C1CB-4C8B-44FB-8FC0-98C7CB55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F91DF-44EE-4B55-90A0-F555955C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예시 1 — 이사 원문 6행이 어떻게 Flow가 되는가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BBBA4-30E0-453F-8B3B-14443570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DB6FB-922E-4ADB-9B11-93458697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437FE-7EC1-4BD7-962A-5EE4700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Canonical 실행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90224-35B6-4210-BCDD-5F85ADD7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28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사용 결과물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1B282-BC85-4AF5-886B-D4289D1F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74D86-11A3-456B-80ED-C9F2589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D-30  이사업체 후보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1E1FD-600A-4204-9FCD-B5B4F75C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35889-C1F2-4E61-BB73-11C3266F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D-21  계약 조건 비교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D5252-40C5-4EB2-B5D9-A91B55E9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4288">
            <a:solidFill>
              <a:srgbClr val="2E66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4C368-0772-4BAE-873D-5FC339EB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D-14  업체 확정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88C33-276F-475F-848E-A2269B49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1C24D-B0B3-4648-8B70-EF0E750E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D-07  주소 변경 준비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F7D30-8B60-4ED0-BE08-D25D120E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33E57-18CC-429A-97BE-E7BB280F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D-01  냉장고 비우기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DF44A-DF15-4E19-89FF-AE9207A8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43475"/>
            <a:ext cx="3190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2B85E-3654-41FD-AD1C-F6FA616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D-DAY  검침·열쇠 인계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EEA1C-739D-42F7-A2EC-B8FAAE90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17EEA-20C8-4413-A527-1FC19AB8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47850"/>
            <a:ext cx="35242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14288">
            <a:solidFill>
              <a:srgbClr val="008F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28FC2-0D99-45E4-95B9-85D34EF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95CE6-4006-42F3-8C38-3FBA086F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859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Flow · 이사 준비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02186-C262-4BD3-B864-192545EB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Step  날짜 구간별 준비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4BE4F-20E0-4E22-86CD-90C0235A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ADD6F-78EE-4529-A96A-780AD533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Item ×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AB8E9-119D-4A69-A41A-DE0E915F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05225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예: ‘이사업체 확정’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intent: decide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completion: decision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schedule: D-14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sourceRefIds: [row-03]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A63390-86CC-4A25-9B22-1EC5686E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2F935-2E46-46DC-BA0A-B89D7D1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47850"/>
            <a:ext cx="3143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293F2-2D01-4F35-9C92-0AA2F5AE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19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Calendar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51BC1-B307-48B8-9EAE-154E05B4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38400"/>
            <a:ext cx="2724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날짜가 있는 6개 Item만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D-30부터 날짜에 배치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FDF5F8-CDBD-4A4C-9610-E84293B7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9975"/>
            <a:ext cx="3143250" cy="1724025"/>
          </a:xfrm>
          <a:prstGeom xmlns:a="http://schemas.openxmlformats.org/drawingml/2006/main" prst="roundRect">
            <a:avLst>
              <a:gd name="adj" fmla="val 442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A5E172-D655-4047-B734-72A1FD48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814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Checklist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9D0279-4116-45B5-BF94-671B2EA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200525"/>
            <a:ext cx="2724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같은 Item을 다시 만들지 않고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완료 상태만 체크 형태로 표시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0B0E70-4146-47B0-A6A1-828E720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7104A4-3E99-4648-88E8-97AF5D7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38825"/>
            <a:ext cx="10144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SourceRow 1개가 언제나 Item 1개인 것은 아니지만, 이 예시는 6개 행 모두 독립 실행 가치가 있어 6개 Item이 된다.</a:t>
            </a:r>
          </a:p>
        </p:txBody>
      </p:sp>
    </p:spTree>
    <p:extLst>
      <p:ext uri="{BB962C8B-B14F-4D97-AF65-F5344CB8AC3E}">
        <p14:creationId xmlns:p14="http://schemas.microsoft.com/office/powerpoint/2010/main" val="350054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D3671-30C1-4888-9E87-C172A0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5426A-FF75-4C59-9FFF-66D2EB7C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전체 구조 — 근거 → 실행 → 사용자 상태 → 결과물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3189D-A839-4D67-9D32-5CC6526C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C2A8C-F763-42A9-AAB4-B72D922D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1430">
            <a:solidFill>
              <a:srgbClr val="2E66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3A3ED-854E-41E0-965F-E796EDB9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E6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D1365-1E3F-4A49-808A-5DB7056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6600E-73E5-4BF5-BC7C-6D800277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573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 → Snapshot → SourceRow → SourceReference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A1F7B-FF98-4254-979A-4B003A8F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0025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SourceReference → Item·Field·Memo의 sourceRefIds[]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EF60A-7027-4563-8993-A0F20A67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811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SourceRow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8D5EC-16C2-4DB0-B39A-15E44E43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11430">
            <a:solidFill>
              <a:srgbClr val="008F7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323EB-3CA2-4032-8552-2DD5225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1CA14-63C0-4088-A186-13E93C4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344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Canonical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FDD05-127B-4EF5-A66B-85BE7ADD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9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Bundle / Flow Map → Flow → Step → Item  +  Field · Memo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76F5D-D352-4B2F-916E-FE5F18B9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8610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Item이 최소 실행 단위, Step은 묶음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C0BBC-78DF-40AB-8C6C-FE714DD8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670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Item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CB22E-4AAC-4482-8075-2A2DFFBB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8617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11430">
            <a:solidFill>
              <a:srgbClr val="287D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420A1-7E8A-4814-9086-BBD028F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0FAC38-2DBE-46A7-AC92-23AC97C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상태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8B706-4E85-4D3A-AB6A-5E9ABE1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2905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UserFlowCopy → overlay → ExecutionRun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3CF1F-0553-4461-B22B-A6EA743A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7195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개인 값과 발생별 완료 상태는 원본과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7790-6FBA-4256-824E-0C69915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952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User copy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937DA-7090-41E7-8101-6A675620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62525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B56B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D8935-58F6-453F-8248-79DA8912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3811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5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FBBBC-BB3C-4EC1-8EBB-E4E8E2AD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B574E9-A067-42BE-B504-4F42E558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05400"/>
            <a:ext cx="633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Calendar / ICS · Checklist · Todo · Sheet · Memo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1599E-98FB-4241-A764-92C92F6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633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같은 effective Item을 도구별로 직렬화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8CBE8-5B44-4948-95F2-3BC98964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292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735146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47B1B-2FF2-4307-B10F-F0AB8524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8FAC1F-D88B-4BCD-A601-0F19F69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Item은 ‘할 일 + 완료 기준’이 중심이다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36CEE-0282-4B55-B1AC-50F3717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8699C-78C7-4260-A899-0D78D901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71625"/>
            <a:ext cx="3714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2F725-DD3E-4070-9A1F-B9954436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828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31299-0EEF-49C1-8B29-F06DB6FC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CanonicalFlowItem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19987D-A725-46FA-B84A-3D21D01F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3095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이사업체 확정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4873F-A5CE-4624-9FF9-1D58443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71825"/>
            <a:ext cx="2952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intent        decide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completion   decision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order          3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schedule?    D-14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fieldIds[]    비교 기준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memoIds[]     계약 확인 방법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sourceRefIds[] row-03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F3EA9-C24A-4E26-9FD1-29D54A1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EDFEF-7E1F-402B-AF88-1F9D4497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① 실행 본체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84DA3-F20D-48B3-863E-61CD4C4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title · intent · order</a:t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completion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독립적으로 완료·결정·기록할 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B7C5F-1E44-4B05-B54F-6D61A41D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29007-EC0A-4281-A540-87D5BD2C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② 값 · 기록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91A6E-E8C8-476A-8D09-1C7DB2DF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schedule? · fieldIds[]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정렬·일정·사용자 기록·export에 필요한 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28061-1C34-4238-90ED-0DF0FD6C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78010A-1015-4337-B380-C30F040D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4307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③ 설명 · 주의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E8B05-5820-48C1-AE9F-2F8203B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6217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description? · memoIds[]</a:t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cautionMemoIds[]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방법·맥락·주의·중단 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8BAA7-2832-4A53-B596-8D10AB30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7187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9D6E76-043D-47BF-B11D-7E203FB5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43325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④ 근거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4E6EF-E3DD-488B-8AA3-1CEEBA33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62425"/>
            <a:ext cx="2819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sourceRefIds[]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어떤 원문 행에서 나온 행동인지 추적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8C8D7F-A064-4624-9ECC-6D44E1C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959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1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조건 대응은 매번 체크할 Item이 아니라 Memo/adapter condition으로 남을 수 있다.</a:t>
            </a:r>
          </a:p>
        </p:txBody>
      </p:sp>
    </p:spTree>
    <p:extLst>
      <p:ext uri="{BB962C8B-B14F-4D97-AF65-F5344CB8AC3E}">
        <p14:creationId xmlns:p14="http://schemas.microsoft.com/office/powerpoint/2010/main" val="1367721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471BA-55F4-40EE-B6CB-B526979B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1BC49-2C85-4BA0-AD65-1B310C4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495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Calendar·Checklist·Todo·Sheet·Memo는 저장 단위가 아니라 Projection이다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D1CBC-0D57-479A-8731-0F3D229F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F8E5A-4EC7-4F08-B6D5-6C5A882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209925" cy="3152775"/>
          </a:xfrm>
          <a:prstGeom xmlns:a="http://schemas.openxmlformats.org/drawingml/2006/main" prst="roundRect">
            <a:avLst>
              <a:gd name="adj" fmla="val 2417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CE96F-9D28-4250-80AA-ACFAB03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716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06023-3AB1-411D-BF9E-372387AF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971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effective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7D3D1-A19F-442E-8846-6AC19895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28900"/>
            <a:ext cx="2609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자동차검사 예약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E533C-37FB-46D4-94AD-8F7A23DF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352800"/>
            <a:ext cx="26098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완료 기준  예약번호 확보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날짜  7월 15일</a:t>
            </a:r>
          </a:p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검사소      성산검사소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E63A3-D255-4CC3-BEFD-C55975B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A8C47-A67D-4578-A94E-3ED2B7AB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72402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292BA-5AE5-499A-B4BA-6FE1FED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8954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Calendar / 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3ECF9-79AB-4791-9D61-7FFADC19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1457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7월 15일 일정으로 직렬화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E8108-43DB-46B1-AE54-207EB46F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2402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690BD-2F9F-4C51-BC2A-BCCA600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954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Checklist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91E1A-886F-4CB0-802D-6DA737DD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1457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예약 완료 상태로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8DA55-1146-4DED-A3E9-CFCFDCAA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4327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BDBF8-8AEC-4B22-B026-1FAD0B6B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514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Todo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329AD-1ACF-46C7-B2C2-91DCA932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93382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오늘 해야 할 일로 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0112B-F63A-4B1F-B3E3-E740D78E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43275"/>
            <a:ext cx="304800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560FEB-0DE8-46FB-96FC-AFF4738B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147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Memo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55296-BABD-4E5E-B2E6-D14C326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628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검사소·준비물 상세 표시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FD789-F613-4EE7-94F1-154A64F4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1077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9525">
            <a:solidFill>
              <a:srgbClr val="C83C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6192C8-9EBE-4FC8-900C-9A45371E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149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3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1AB36F-FD72-492A-B821-51F54602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1497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불변식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A95D4-2B3F-4C43-8032-A3F5E3A0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149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schedule이 없는 Item → ICS 없음   ·   결과물마다 Item 복제 금지   ·   주 결과물 1개 + 보조 결과물</a:t>
            </a:r>
          </a:p>
        </p:txBody>
      </p:sp>
    </p:spTree>
    <p:extLst>
      <p:ext uri="{BB962C8B-B14F-4D97-AF65-F5344CB8AC3E}">
        <p14:creationId xmlns:p14="http://schemas.microsoft.com/office/powerpoint/2010/main" val="2033193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99B801-A140-4C25-BDF9-77495F8C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E2D08-5D65-4614-9267-61EC4057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K‑MOOC 14주 — 반복 체크가 아니라 진도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425F4-4878-4129-859A-0B37FFF6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EEFD2-9457-4EB9-A033-28DB3492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76625" cy="398145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11430">
            <a:solidFill>
              <a:srgbClr val="C83C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51D67-227B-46FD-9E62-5BA1C1D4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57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잘못된 축약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D042C-8BAD-4035-B1FF-B304365D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05752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매주 강의 듣기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한 항목을 14회 반복</a:t>
            </a:r>
          </a:p>
          <a:p xmlns:a="http://schemas.openxmlformats.org/drawingml/2006/main">
            <a:pPr algn="l"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 어느 주차인지 사라짐</a:t>
            </a:r>
          </a:p>
          <a:p xmlns:a="http://schemas.openxmlformats.org/drawingml/2006/main">
            <a:pPr algn="l">
              <a:def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 현재 위치·상태·메모를 잃음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57C47-06F0-4A1A-BF8B-53FA9A50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43575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3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198D7-BF8F-406A-BAB3-0488A48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435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 · 정보 손실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16B9A-BC09-411E-BC54-450F6320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2194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ECB1E-389B-48FD-885F-D9F6065A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62100"/>
            <a:ext cx="7077075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11430">
            <a:solidFill>
              <a:srgbClr val="287D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608F6-176A-4891-8287-FE682632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716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올바른 구조 · progress Sheet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C2FEB-46D5-42B5-A121-FB8D2174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76475"/>
            <a:ext cx="8763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E742C-2DB0-42BE-80E3-152D441E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526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DF507-A120-4A07-838C-768BE45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76475"/>
            <a:ext cx="3000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FB2D7-3D3C-4249-BD8F-68F55A59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52675"/>
            <a:ext cx="2886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lesson SourceRow → Item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C80E9-E827-4374-9640-88D120E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276475"/>
            <a:ext cx="1162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BA997-2FF8-4D28-8F1E-5878BF4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3526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BB756-414B-4021-8807-643531A4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76475"/>
            <a:ext cx="1333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2140A-EB3B-41AC-AF83-55E082D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7CE10-20E4-4210-906D-0C38CDE1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76525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DFF0E-34F1-4CC6-95CD-E219522A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5272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A54674-ADDB-4382-B68F-1C72AE19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76525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10EB6F-4261-48C5-9698-A803057E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752725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강좌 오리엔테이션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9D2B8-7679-4BE5-9691-CE37684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765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1C60A9-0B38-4165-8D1E-D4A9422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527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2B5A1-3CD0-4A34-9465-16A311A1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765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12180-81D9-4CF7-AED0-6114D199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527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핵심 메모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C8DD0-6AA1-468C-BE51-06A87512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048786-A9A8-4228-8CD7-6A37ADA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1623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2주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D78DD-55B2-4492-9D07-83336CAB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861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DD026-B519-46EE-A589-D6F8ABB6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62300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기초 개념과 용어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EF2FF-46CD-4A75-95CF-A26122C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0861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D9DB24-CFB2-4078-BAE6-7C2A19FA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6230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진행 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A7E83E-5AF8-45F5-ABA9-FDB055E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0861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A88DD0-CB89-41FC-A3E1-4E08FB02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6230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12:30까지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0C63A4-854F-4D33-B621-867ED1B8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95675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52B541-32C7-4B60-9814-474CA2D5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57187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3주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48519F-873E-408A-B27F-3742FEBF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5675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CF78EB-B36A-4648-9090-2780B12D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571875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사례 분석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5F36EA-B947-4F63-8533-D4D960DC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49567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7FE2AF-0AC8-4EA0-88D9-6E2E029A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7187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8BC51D-124D-426D-A973-53A9F59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49567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7B9E61-2707-41F1-B5B7-9DFBC91D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7187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7F7888-A574-4595-8343-4A76A596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0525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47CFDD-7A34-40C4-80A5-608BE9E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8145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4주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444F4D-97C9-484F-BA82-3C3F80EE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CDDFF2-0B1F-49AB-814A-0ABECD81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981450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실습 과제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A9B3FB-7627-49BA-BA4E-C06B1CC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0525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E3D76B-9439-4208-B2A2-68C99390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8145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C6FC94-BECA-4AA8-BE4B-A04735D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9052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C5F806-FDB2-4EC5-BC44-ED5B04EC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8145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48EF9A-8E27-4F07-A23B-7B5CFD88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14825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7A31E4-F5C6-4216-BF8C-10226E07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391025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AABB43-EB0F-4117-A4D9-D6B830FE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A7B4E2-22FF-482A-92A9-E5F2635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391025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실제 14행 전체 보존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6756CA-4E4E-401E-8CCC-60A437B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148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A49E915-A022-4D80-9406-FE7769D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9102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04FB90-1358-4360-95AE-CCE7181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314825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87FA3A4-AB20-4361-8B31-C7D9E814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91025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…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E957C1-95B7-4E2A-99EC-CFF58984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24400"/>
            <a:ext cx="876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90BABA-83E0-49E6-B48F-66D125A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00600"/>
            <a:ext cx="742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14주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F25DFF-1F72-4919-8D01-1A558738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24400"/>
            <a:ext cx="3000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0BBC72-50C8-4A6D-A922-537C59B0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00600"/>
            <a:ext cx="2867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최종 정리·평가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3D1953-96CE-4B8A-91FA-5F5E2AFB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724400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42CE23-BB8F-40DF-87F6-98B06801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00600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대기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EA4F0AF-7520-4F57-9637-102D486B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7244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9E4D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150352-1D46-405F-B7F7-66590B8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800600"/>
            <a:ext cx="1200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7062C1-11D5-4311-8E25-A516FE70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43575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BA8544-6381-459F-9308-7C600CE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43575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GO · 14행 보존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544E395-BA99-45CA-8FC6-1B3E4BBA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24575"/>
            <a:ext cx="666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실제 14개 행을 읽지 못했다면 생성하지 않고 source_import_required</a:t>
            </a:r>
          </a:p>
        </p:txBody>
      </p:sp>
    </p:spTree>
    <p:extLst>
      <p:ext uri="{BB962C8B-B14F-4D97-AF65-F5344CB8AC3E}">
        <p14:creationId xmlns:p14="http://schemas.microsoft.com/office/powerpoint/2010/main" val="2563602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5BACE4-C1C0-46A8-AD16-05DA8D2E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FA184-AB0B-4E53-B1DF-B03ACD02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37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예시 3 — 폭염 대응은 ‘매일 체크’가 아니라 평시와 위기를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68266-934E-48C8-88E8-0CB8204A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6A3A5-DE47-4419-B112-E0E3DD9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2971800" cy="3800475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11430">
            <a:solidFill>
              <a:srgbClr val="C83C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F646B-D927-4D9F-9C0C-CBB02E78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잘못된 구조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79C49-176F-499C-B4F9-BA54673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552700" cy="3038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매일 반복 체크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수분 섭취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작업 중지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119 신고</a:t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☐ 온도 기준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→ 위기 대응을 루틴으로 왜곡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BA277-099D-4AD0-BE96-E9D828A3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3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4D8C6-6FFB-4C00-AC5C-F460CA38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 · 반복 발명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BAE81-280F-40B9-9490-1134413F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76B31-95B4-44FF-AA68-72B12AF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43050"/>
            <a:ext cx="3524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9A577-F6C9-468C-A5AF-3C4CBBFB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1450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평시 Item ×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EF665-3723-4D8D-AD3B-6CF69AA0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33600"/>
            <a:ext cx="3105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준비·회복처럼 독립 완료 가능한 행동만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E2589-6864-4E42-83BE-33557C97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352425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4981D-B5A2-4A59-A051-277C06CF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조건 대응 ×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85B92-8A36-4B6A-975A-593DB19C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67175"/>
            <a:ext cx="3105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수분 섭취 · 즉시 작업 중지 · 119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조건이 생겼을 때 보는 response Memo / adapter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B379D-E9B1-4DD7-8961-2BC011F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72E8A-48DC-4501-9E26-95D76090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36195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DC672-E1FF-45D3-A7E4-26EF78A9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Reference / Memo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8AB67-783C-4DA7-BD34-6D963060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20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온도 기준 · 경영주 의무 · 원문 상세를 보존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A8D1D7-704B-43C4-9ECA-67338A79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619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99072-2E47-47D3-A8D5-44EF2389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480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Review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21FB39-6398-4223-B1C4-C7930F68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67175"/>
            <a:ext cx="3200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safety · locale · editorial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통과 전 외부 projection/export 차단</a:t>
            </a:r>
          </a:p>
          <a:p xmlns:a="http://schemas.openxmlformats.org/drawingml/2006/main">
            <a:pPr algn="l">
              <a:def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개인용 변환과 공개 가능성은 별도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65B2C-A4DC-4FBC-8DAD-9C318DCC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1409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5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A060D-46D5-469B-85DD-B94D2511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503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MODIFY · 조건 분리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4FD3B-21F3-455D-BF28-B37CE0D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0769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6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primary: response Memo   ·   반복 Calendar 없음   ·   ‘매번 완료’해야 할 119 항목 없음</a:t>
            </a:r>
          </a:p>
        </p:txBody>
      </p:sp>
    </p:spTree>
    <p:extLst>
      <p:ext uri="{BB962C8B-B14F-4D97-AF65-F5344CB8AC3E}">
        <p14:creationId xmlns:p14="http://schemas.microsoft.com/office/powerpoint/2010/main" val="19490129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2D05D1-389A-4A0C-A4E8-B9F28B3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42939-D0FA-4853-B81D-099BBEF0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Taxonomy v1.1 — 의미·원문·실행·결과물을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3272C-DEAD-4110-BEC6-0853329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289FB-ABD9-414E-83ED-2979DDA8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E967A-E531-43E1-914D-AC47D74D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① 의미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BC8C-D991-4E36-A692-154CDDA1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어떤 삶의 영역인가?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primaryLifeArea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topicTags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DDA5-BAD5-4877-947D-39EECFC2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F5A5B-AE1F-4376-BB65-C19A118F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② 원문 모양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ACB96-545D-4D15-AE17-E37BF4DF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행이 어떤 구조인가?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sourceShape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01423-53A8-48B4-8DC4-AD017887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D3B96-44BB-4E35-BC0D-B65CFCB4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③ 실행 방식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5F607-5BE6-4F41-AD5C-8744D1D0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어떻게 관리하는가?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primaryExecutionPattern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3B480-DB94-4434-8357-4844046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14475"/>
            <a:ext cx="25431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FA9141-8124-46B1-A51A-12632F3A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85925"/>
            <a:ext cx="2124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④ 결과물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FA7F6-E3DD-45C0-A66C-44387930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05025"/>
            <a:ext cx="21240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무엇으로 쓰는가?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primaryArtifact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secondaryArtifacts[]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1F9C4-C944-4F40-94A6-5C964F49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3811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2E6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D65E31-7DF0-4045-BC21-05F1BA13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이사 D-30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2ECB7-7509-4E7F-BCEC-3B160061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427459-B1AF-4C33-8B4D-BE67F6D8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home_living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E4502-783D-4805-B3A7-8F4DCC34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DB39B-FE05-4F4D-9F35-6623A7D7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date_offsets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E2B4C-B1CD-42B7-A008-9F419B6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D7AAC-6BBA-4268-A357-E09CEF5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date_preparation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038D5-97B6-4D1E-940D-54C7F829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67175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2C386-9FBA-4056-9EBE-F17839F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calendar + checklist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F6233-40E6-4205-BF17-02DBA48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33925"/>
            <a:ext cx="138112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65346C-0B9A-49AC-AA0C-4671BAC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33925"/>
            <a:ext cx="1381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K‑MOOC 14주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3783F8-770A-4407-847C-29ED78BC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5AF5D-9B51-42F5-A8BA-85C69E4C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study_reading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C3E5D1-A6DC-4D9D-8124-D1B74C7F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78B32-6ED3-4109-B2A5-29723CD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lesson_rows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AE4C3-457C-4009-8043-F06285A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103259-A420-4803-B71F-F915A15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progress_tracking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4F93A3-CEC9-4A54-91D2-D424B20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24450"/>
            <a:ext cx="25431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30869-C198-45F4-A4F3-A7A4ECF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4827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sheet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BA4999-1AD1-4495-902B-570BC9D8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055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접근 · 권리 · locale · safety · privacy · 공개 준비 상태는 이 4축과 별도로 기록</a:t>
            </a:r>
          </a:p>
        </p:txBody>
      </p:sp>
    </p:spTree>
    <p:extLst>
      <p:ext uri="{BB962C8B-B14F-4D97-AF65-F5344CB8AC3E}">
        <p14:creationId xmlns:p14="http://schemas.microsoft.com/office/powerpoint/2010/main" val="15869545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4AD343-4BE2-48F2-B890-39D558D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20F1E-1164-4570-8E0A-82327AE5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693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원본 콘텐츠, 개인 수정, 실행 기록을 분리해야 재사용할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0AF3D-F631-44F4-9ADD-1B8EA67C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4B448-DCA5-4274-AD98-D4E6A7C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5814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5C76A-1EDD-4581-8F68-07FF41C1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Published content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EBC87-87BE-4F07-8D4A-7EBE71C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31623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자동차검사 준비 Item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공식 준비물·기한 근거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creator/source 버전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11FF1-01FF-473D-9198-802B07DF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191B5-1A9C-4DC0-8D2E-C8A834CB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공유되는 기본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F6E1C-5350-485F-A2BF-B36CE711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48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A07B6-D7D0-4AA9-95AC-DEA28E7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66875"/>
            <a:ext cx="35814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0786C-09C4-4405-8BF0-620F6F1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UserFlowCopy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5A0B6-8A89-4C52-BFE8-DA0B53C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57425"/>
            <a:ext cx="31623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내 검사 희망일 7/15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성산검사소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개인 메모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8601B-ADCA-4E1C-8716-1569A61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43017-7242-4EE2-90F7-DCF0F344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100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나에게만 적용되는 overlay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7BBAD-EC57-4352-8376-AEB57AF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48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4F861-5655-459D-B8C7-C64991B4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35814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FA277-555F-4421-925C-DD6227B5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383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ExecutionRun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EAD00-E3F7-4D2D-AE14-402665D2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57425"/>
            <a:ext cx="31623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예약 완료 7/03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검사 완료 7/15</a:t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예약번호·기록값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E8FB15-77C2-4E7A-A26C-E203D988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29100"/>
            <a:ext cx="312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D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A83F9C-8BB0-4E64-8CFA-AC93463A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10075"/>
            <a:ext cx="312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발생별 실행·완료 상태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5C343-0458-47F6-B097-8FE2BEC1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81625"/>
            <a:ext cx="92773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C9B4C-FF9F-4327-9FE0-715EAC9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53075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08F7B7-82CF-428C-A1C9-6E19E8B9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53075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내부 전용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F40612-BA5C-4C31-A5F8-5F038CE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626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37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ReviewRecord: rights · locale · safety · privacy · editorial 판정은 사용자 실행 상태와 분리</a:t>
            </a:r>
          </a:p>
        </p:txBody>
      </p:sp>
    </p:spTree>
    <p:extLst>
      <p:ext uri="{BB962C8B-B14F-4D97-AF65-F5344CB8AC3E}">
        <p14:creationId xmlns:p14="http://schemas.microsoft.com/office/powerpoint/2010/main" val="1266964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2576A0-0A77-41B3-BFFD-565CC13A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FLOWME DATA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BFF6B-099E-46CC-B984-78BA4525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현재 앱 Runtime ≠ 목표 Canonical 계약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6B66A-5B41-4DD9-8DF6-AF4AB33E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2FEC1-0C77-4EEE-A573-014506C4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5527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B9A69-468B-473F-BADA-2F87F002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2E516-FF36-4392-B8FB-D07175BE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3962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B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2038E-1258-419E-8054-F462C4FA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19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48A7F-9FC9-4C03-B1D8-C6D5E1EB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04950"/>
            <a:ext cx="48768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7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7114B-5BE2-4510-8194-18977EB3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61925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Canonical v1 + Taxonomy v1.1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9EF74-4CAC-48A4-A001-926876F9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9D647-AEA8-4EC7-ABE8-06E87B9F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분류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03B17-082F-4405-832E-BC30993E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716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60852-DCE6-4169-8679-4DD249B4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category: string</a:t>
            </a:r>
          </a:p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structure_type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0427A-B29C-4DE8-B5E7-4F185E0F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716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BD94F-C3F9-4D8D-A886-2D3AFE5D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669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primaryLifeArea · secondaryLifeAreas · topicTags</a:t>
            </a:r>
          </a:p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sourceShape · primaryExecutionPattern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2497B-EC04-4B4A-85EF-CDE4ABA9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9771E-56E3-4498-B129-AE8E9700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결과물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16A20-A956-401C-BB2C-BE63039D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193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19D89-1FC4-4655-84F4-AB8369D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146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primary_destination</a:t>
            </a:r>
          </a:p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internal_check · hybrid 허용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AA8E0-A67C-4EE2-B07B-C564EF57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0C548-0928-4848-BF1A-146B392F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146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primaryArtifact 1개 · secondaryArtifacts[]</a:t>
            </a:r>
          </a:p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Taxonomy v1.1 신규 hybrid 금지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98EC4-1820-49C9-82E5-76D36364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670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2E474-2F93-48AC-AAF6-F77337FD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623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실행 항목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32D59-2E13-4D87-BCD4-BA85022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670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DBC96-5427-4807-A0AF-1DB6574D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623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FlowItem.type = todo | calendar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4B86B-010E-4CFE-92E0-5AB8FA20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670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BB6F91-3453-4A03-A76B-6CAC8F52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Item intent · completion · schedule? · Fields · Memos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A659C-CF87-4F3D-86F0-D95CAAAF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147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463353-B70C-4F73-AF62-A841972A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00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원문 근거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22998-F613-4473-8969-D8C81CD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147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8CCB93-532E-40A2-82FC-829714C3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0100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Flow.source_title / source_url + detail link</a:t>
            </a:r>
          </a:p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first-class SourceRow 없음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1BD14E-3ED7-46D0-863F-F5A1426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147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8A940E-A62C-4FCE-A04D-4C6B931E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100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Source → Snapshot → SourceRow → SourceReference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C83870-415A-4365-8E24-18AFF2AF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24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DA9F09-9D82-4918-9567-518C820C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C67CF7-94CB-4A58-8D0C-8A01626E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624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78E738-A87C-4264-B733-59E2DB0C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Flow.status · FlowItem.status · Workbench state 등에 분산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6BDB5C-8FA2-404D-AD17-BF519E81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C2B2E1-FDAB-4D99-8A68-FA5685D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577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Published content / UserFlowCopy / ExecutionRun 분리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ADF33-FDD4-4BEB-A60E-E8F4BFAC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2552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DE2730-B0FD-469B-961F-F5689489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현재 관계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545937-9381-4B1F-B5D9-C8C0CDC3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0175"/>
            <a:ext cx="3962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8F3384-26EB-475C-AD9A-E9A2705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305425"/>
            <a:ext cx="3733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앱이 실제 사용 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A520A-A394-4C25-913D-D6FD95A8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0175"/>
            <a:ext cx="4876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8D8D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F86908-1A6F-408F-834B-11D02834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05425"/>
            <a:ext cx="464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문서·backend DTO 목표</a:t>
            </a:r>
          </a:p>
          <a:p xmlns:a="http://schemas.openxmlformats.org/drawingml/2006/main">
            <a:pPr algn="ctr">
              <a:def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adapter + 사람 검토 필요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981951-2ECF-4B0B-B8BB-5EEE1ADF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579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이번 설명의 ‘기본 데이터 구조’는 목표 Canonical 계약이며, 앱 런타임이 이미 전환됐다는 뜻은 아니다.</a:t>
            </a:r>
          </a:p>
        </p:txBody>
      </p:sp>
    </p:spTree>
    <p:extLst>
      <p:ext uri="{BB962C8B-B14F-4D97-AF65-F5344CB8AC3E}">
        <p14:creationId xmlns:p14="http://schemas.microsoft.com/office/powerpoint/2010/main" val="5187220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AE81D-9042-4309-8AF8-77454AA8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BACKEND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70EE8-9462-4357-9C46-ABC1D3D2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URL 입력의 최종 산출물 — Flow 또는 명시적인 ‘멈춤’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AE00-1E3B-4E72-BCE9-60A2535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2626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1BA1D-74C8-43D0-A916-7255700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2362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20455-AD5B-4C77-8135-5FB453C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1  Source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755D6-ABD6-444D-AB2F-59026A1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943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Snapshot · SourceRow 확보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completeness · rights 판정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0A9C8-A313-45A8-B80E-778C6D6F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F2A31-8B59-4CDF-B347-53219543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38300"/>
            <a:ext cx="2362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E7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6EDBB-C9F1-41B9-9F2A-8124FB82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2  Canonical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14C59-F20B-4553-A767-A0D8F868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1943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통과한 행만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Item · Field · Memo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E6940-C947-416A-A18C-A6E4A487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4790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8F73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3B93-3DB2-46F5-B6A9-6196558D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638300"/>
            <a:ext cx="2362200" cy="1647825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0ED34-F91E-4DC2-9B04-12C284F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097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3  Projection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F750A-26E7-4F85-BF3F-A257B1F5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28850"/>
            <a:ext cx="19431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ready / needs_confirmation일 때만</a:t>
            </a:r>
          </a:p>
          <a:p xmlns:a="http://schemas.openxmlformats.org/drawingml/2006/main">
            <a:pPr algn="l">
              <a:def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결과물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DE2A8-FF10-463C-B0D5-652370D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723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66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F634B-E24D-497C-A663-CB9724BF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52625"/>
            <a:ext cx="723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E66F5"/>
                </a:solidFill>
                <a:latin typeface="Malgun Gothic"/>
                <a:ea typeface="Malgun Gothic"/>
                <a:cs typeface="Malgun Gothic"/>
              </a:rPr>
              <a:t>행 충분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D74A9-3911-4AEB-B178-A9378FF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↓ 행 부족·권리 차단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2FB0F-60B9-45A3-982B-352C29FB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38300"/>
            <a:ext cx="3219450" cy="3876675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DC9C0-760F-474C-BD36-CAF043C6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859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가능한 최종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4FABD-7D2B-4E8E-9EF3-73854821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6697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9F5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E0710-B947-4250-AA5F-77AE3374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669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793C2-0ACA-44A2-BEFD-5FE4C01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1460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87D45"/>
                </a:solidFill>
                <a:latin typeface="Malgun Gothic"/>
                <a:ea typeface="Malgun Gothic"/>
                <a:cs typeface="Malgun Gothic"/>
              </a:rPr>
              <a:t>실행 Item + projection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74E831-C274-4C26-8E21-73697E50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90A42-55CA-4EBF-8A7E-DBC4FFB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needs_confirmation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B1C98-D650-4B63-AF3A-18A1339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15277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B56B00"/>
                </a:solidFill>
                <a:latin typeface="Malgun Gothic"/>
                <a:ea typeface="Malgun Gothic"/>
                <a:cs typeface="Malgun Gothic"/>
              </a:rPr>
              <a:t>사용자 값 0~2개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6CFF4B-792B-4BA4-81A0-224CC3B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43325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6B7EF-46DE-448B-A103-F84840B3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4332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source_import_required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113693-0E57-4BD5-A3A8-FC10DFC1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790950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실제 행 부족 → Item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C04F8-F195-46F7-9DB8-4D6CEA0B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3F84AC-9BB3-4D36-B067-C2F55A19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815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hold / blocked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9AC8C9-2E00-4399-B636-9ADC2B1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429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01010"/>
                </a:solidFill>
                <a:latin typeface="Malgun Gothic"/>
                <a:ea typeface="Malgun Gothic"/>
                <a:cs typeface="Malgun Gothic"/>
              </a:rPr>
              <a:t>권리·locale·safety 경계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FF6B6C-BBD1-4E94-9653-D753D4B2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7810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34A315-DF0E-485F-90BD-DD3A7C4D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676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37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Canonical 생성 전에 멈추는 것도 정상 output이다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C8FAD-364A-437B-8F23-7DEA25E2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6762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discoveryAccess = public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rowAccess = partial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conversionReadiness = source_import_required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blockers = [source_import_required, rights_permission_required]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items = 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79918C-2923-466A-A4F2-3E9FBF49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CEAED"/>
          </a:solidFill>
          <a:ln xmlns:a="http://schemas.openxmlformats.org/drawingml/2006/main" w="9525">
            <a:solidFill>
              <a:srgbClr val="C83C4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D191E0-0BC0-4EAA-A1B6-85FB96D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C83C4C"/>
                </a:solidFill>
                <a:latin typeface="Malgun Gothic"/>
                <a:ea typeface="Malgun Gothic"/>
                <a:cs typeface="Malgun Gothic"/>
              </a:rPr>
              <a:t>좋은 백엔드는 행이 부족하거나 권리가 막힌 원문에서 예쁜 가짜 Flow를 만들지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98445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2026-07-27T11:56:46.7810000Z</dcterms:created>
  <dcterms:modified xsi:type="dcterms:W3CDTF">2026-07-27T11:56:46.7810000Z</dcterms:modified>
</coreProperties>
</file>