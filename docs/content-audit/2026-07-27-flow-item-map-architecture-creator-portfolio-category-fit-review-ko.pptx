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3cd5018b5406d" /><Relationship Type="http://schemas.openxmlformats.org/officeDocument/2006/relationships/extended-properties" Target="/docProps/app.xml" Id="R13d5a7681e3144f2" /><Relationship Type="http://schemas.openxmlformats.org/officeDocument/2006/relationships/officeDocument" Target="/ppt/presentation.xml" Id="R1dcc6961089f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41428d3c214928"/>
  </p:sldMasterIdLst>
  <p:notesMasterIdLst>
    <p:notesMasterId xmlns:r="http://schemas.openxmlformats.org/officeDocument/2006/relationships" r:id="R11910bd8b5af4c19"/>
  </p:notesMasterIdLst>
  <p:sldIdLst>
    <p:sldId xmlns:r="http://schemas.openxmlformats.org/officeDocument/2006/relationships" id="256" r:id="Rd24fdf3e7ca04b01"/>
    <p:sldId xmlns:r="http://schemas.openxmlformats.org/officeDocument/2006/relationships" id="257" r:id="R6021b2c44df946d3"/>
    <p:sldId xmlns:r="http://schemas.openxmlformats.org/officeDocument/2006/relationships" id="258" r:id="R22233c8fe9424482"/>
    <p:sldId xmlns:r="http://schemas.openxmlformats.org/officeDocument/2006/relationships" id="259" r:id="R91eeeeadd5c541d6"/>
    <p:sldId xmlns:r="http://schemas.openxmlformats.org/officeDocument/2006/relationships" id="260" r:id="Ra4497761ab754d08"/>
    <p:sldId xmlns:r="http://schemas.openxmlformats.org/officeDocument/2006/relationships" id="261" r:id="R04c91d83bd944731"/>
    <p:sldId xmlns:r="http://schemas.openxmlformats.org/officeDocument/2006/relationships" id="262" r:id="R6cf8d8b6c47f479b"/>
    <p:sldId xmlns:r="http://schemas.openxmlformats.org/officeDocument/2006/relationships" id="263" r:id="R0fa409cf62ae481b"/>
    <p:sldId xmlns:r="http://schemas.openxmlformats.org/officeDocument/2006/relationships" id="264" r:id="Re2cd2cae5c5e4e9b"/>
    <p:sldId xmlns:r="http://schemas.openxmlformats.org/officeDocument/2006/relationships" id="265" r:id="R4350c2e9b5e34b8f"/>
    <p:sldId xmlns:r="http://schemas.openxmlformats.org/officeDocument/2006/relationships" id="266" r:id="R7ce5de23e301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a2c4cf9a04156" /><Relationship Type="http://schemas.openxmlformats.org/officeDocument/2006/relationships/slideMaster" Target="/ppt/slideMasters/slideMaster1.xml" Id="R9941428d3c214928" /><Relationship Type="http://schemas.openxmlformats.org/officeDocument/2006/relationships/notesMaster" Target="/ppt/notesMasters/notesMaster1.xml" Id="R11910bd8b5af4c19" /><Relationship Type="http://schemas.openxmlformats.org/officeDocument/2006/relationships/presProps" Target="/ppt/presProps.xml" Id="R00347f8893014f3f" /><Relationship Type="http://schemas.openxmlformats.org/officeDocument/2006/relationships/tableStyles" Target="/ppt/tableStyles.xml" Id="R19caea87cfc94199" /><Relationship Type="http://schemas.openxmlformats.org/officeDocument/2006/relationships/slide" Target="/ppt/slides/slide1.xml" Id="Rd24fdf3e7ca04b01" /><Relationship Type="http://schemas.openxmlformats.org/officeDocument/2006/relationships/slide" Target="/ppt/slides/slide2.xml" Id="R6021b2c44df946d3" /><Relationship Type="http://schemas.openxmlformats.org/officeDocument/2006/relationships/slide" Target="/ppt/slides/slide3.xml" Id="R22233c8fe9424482" /><Relationship Type="http://schemas.openxmlformats.org/officeDocument/2006/relationships/slide" Target="/ppt/slides/slide4.xml" Id="R91eeeeadd5c541d6" /><Relationship Type="http://schemas.openxmlformats.org/officeDocument/2006/relationships/slide" Target="/ppt/slides/slide5.xml" Id="Ra4497761ab754d08" /><Relationship Type="http://schemas.openxmlformats.org/officeDocument/2006/relationships/slide" Target="/ppt/slides/slide6.xml" Id="R04c91d83bd944731" /><Relationship Type="http://schemas.openxmlformats.org/officeDocument/2006/relationships/slide" Target="/ppt/slides/slide7.xml" Id="R6cf8d8b6c47f479b" /><Relationship Type="http://schemas.openxmlformats.org/officeDocument/2006/relationships/slide" Target="/ppt/slides/slide8.xml" Id="R0fa409cf62ae481b" /><Relationship Type="http://schemas.openxmlformats.org/officeDocument/2006/relationships/slide" Target="/ppt/slides/slide9.xml" Id="Re2cd2cae5c5e4e9b" /><Relationship Type="http://schemas.openxmlformats.org/officeDocument/2006/relationships/slide" Target="/ppt/slides/slide10.xml" Id="R4350c2e9b5e34b8f" /><Relationship Type="http://schemas.openxmlformats.org/officeDocument/2006/relationships/slide" Target="/ppt/slides/slide11.xml" Id="R7ce5de23e301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cfdec2190741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66a2b0448f4a5c" /><Relationship Type="http://schemas.openxmlformats.org/officeDocument/2006/relationships/notesMaster" Target="/ppt/notesMasters/notesMaster1.xml" Id="Rd40c65672b8b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b690d44224450a" /><Relationship Type="http://schemas.openxmlformats.org/officeDocument/2006/relationships/notesMaster" Target="/ppt/notesMasters/notesMaster1.xml" Id="R37cad2e20fa0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3e22621484a8b" /><Relationship Type="http://schemas.openxmlformats.org/officeDocument/2006/relationships/notesMaster" Target="/ppt/notesMasters/notesMaster1.xml" Id="R8a46c0cb9eaf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bab97562394d2b" /><Relationship Type="http://schemas.openxmlformats.org/officeDocument/2006/relationships/notesMaster" Target="/ppt/notesMasters/notesMaster1.xml" Id="R4cd0cf900aef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0dace464e4238" /><Relationship Type="http://schemas.openxmlformats.org/officeDocument/2006/relationships/notesMaster" Target="/ppt/notesMasters/notesMaster1.xml" Id="Rabe9564d25c649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2b41f349f46e2" /><Relationship Type="http://schemas.openxmlformats.org/officeDocument/2006/relationships/notesMaster" Target="/ppt/notesMasters/notesMaster1.xml" Id="Rc084448e619c40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d41b3375474fdb" /><Relationship Type="http://schemas.openxmlformats.org/officeDocument/2006/relationships/notesMaster" Target="/ppt/notesMasters/notesMaster1.xml" Id="Rd01c68c07acb48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410f7794a74376" /><Relationship Type="http://schemas.openxmlformats.org/officeDocument/2006/relationships/notesMaster" Target="/ppt/notesMasters/notesMaster1.xml" Id="R591854876bfa41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06a4a3d954177" /><Relationship Type="http://schemas.openxmlformats.org/officeDocument/2006/relationships/notesMaster" Target="/ppt/notesMasters/notesMaster1.xml" Id="Rc0e034ba5990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175be4ef334110" /><Relationship Type="http://schemas.openxmlformats.org/officeDocument/2006/relationships/notesMaster" Target="/ppt/notesMasters/notesMaster1.xml" Id="R70dbbd853aec4c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6bdfc0b2a144f7" /><Relationship Type="http://schemas.openxmlformats.org/officeDocument/2006/relationships/notesMaster" Target="/ppt/notesMasters/notesMaster1.xml" Id="R103ac3079cfe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1번째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D:/flowme2605/flow-mvp/docs/content-audit/2026-07-23-creator-flow-portfolio-review-ko.html</a:t>
            </a:r>
          </a:p>
          <a:p xmlns:a="http://schemas.openxmlformats.org/drawingml/2006/main">
            <a:r>
              <a:t>- D:/flowme2605/flow-mvp/docs/specs/2026-07-27-flow-item-map-architecture-creator-portfolio-category-fit-lab-v1/final-architecture-decision-v1.md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2번째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D:/flowme2605/flow-mvp/docs/content-audit/2026-07-23-creator-flow-portfolio-data-v1.json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D:/flowme2605/flow-mvp/docs/specs/2026-07-27-flow-item-map-architecture-creator-portfolio-category-fit-lab-v1/creator-representative-normalization-v1.json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3번째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D:/flowme2605/flow-mvp/docs/content-audit/2026-07-23-creator-flow-portfolio-data-v1.json</a:t>
            </a:r>
          </a:p>
          <a:p xmlns:a="http://schemas.openxmlformats.org/drawingml/2006/main">
            <a:r>
              <a:t>- D:/flowme2605/flow-mvp/docs/specs/2026-07-11-canonical-flow-data-model/spec.md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4번째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D:/flowme2605/flow-mvp/docs/specs/2026-07-27-flow-item-map-architecture-creator-portfolio-category-fit-lab-v1/fixtures/canonical/bundle-wtable-summer-banchan-five.json</a:t>
            </a:r>
          </a:p>
          <a:p xmlns:a="http://schemas.openxmlformats.org/drawingml/2006/main">
            <a:r>
              <a:t>- D:/flowme2605/flow-mvp/docs/flow-rules/product-principles.md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5번째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D:/flowme2605/flow-mvp/docs/specs/2026-07-27-flow-item-map-architecture-creator-portfolio-category-fit-lab-v1/architecture-scorecard-v1.json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D:/flowme2605/flow-mvp/docs/specs/2026-07-27-flow-item-map-architecture-creator-portfolio-category-fit-lab-v1/architecture-alternatives-v1.md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6번째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D:/flowme2605/flow-mvp/docs/specs/2026-07-27-flow-item-map-architecture-creator-portfolio-category-fit-lab-v1/fixtures/canonical/bundle-moving-d30.json</a:t>
            </a:r>
          </a:p>
          <a:p xmlns:a="http://schemas.openxmlformats.org/drawingml/2006/main">
            <a:r>
              <a:t>- D:/flowme2605/flow-mvp/docs/specs/2026-07-27-flow-item-map-architecture-creator-portfolio-category-fit-lab-v1/projection-loss-manifest-v1.json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7번째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D:/flowme2605/flow-mvp/docs/specs/2026-07-27-flow-item-map-architecture-creator-portfolio-category-fit-lab-v1/creator-representative-normalization-v1.json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D:/flowme2605/flow-mvp/docs/specs/2026-07-27-flow-item-map-architecture-creator-portfolio-category-fit-lab-v1/round-trip-results-v1.json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8번째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D:/flowme2605/flow-mvp/docs/specs/2026-07-27-flow-item-map-architecture-creator-portfolio-category-fit-lab-v1/category-fit-matrix-v1.json</a:t>
            </a:r>
          </a:p>
          <a:p xmlns:a="http://schemas.openxmlformats.org/drawingml/2006/main">
            <a:r>
              <a:t>- D:/flowme2605/flow-mvp/docs/content-audit/2026-07-23-creator-flow-portfolio-data-v1.json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9번째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D:/flowme2605/flow-mvp/docs/specs/2026-07-27-flow-item-map-architecture-creator-portfolio-category-fit-lab-v1/creator-provider-attribution-contract-v1.json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D:/flowme2605/flow-mvp/docs/specs/2026-07-27-flow-item-map-architecture-creator-portfolio-category-fit-lab-v1/creator-boundary-controls-v1.json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10번째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D:/flowme2605/flow-mvp/lib/flow/types.ts</a:t>
            </a:r>
          </a:p>
          <a:p xmlns:a="http://schemas.openxmlformats.org/drawingml/2006/main">
            <a:r>
              <a:t>- D:/flowme2605/flow-mvp/docs/specs/2026-07-27-flow-item-map-architecture-creator-portfolio-category-fit-lab-v1/runtime-baseline-mapping-v1.json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D:/flowme2605/flow-mvp/docs/specs/2026-07-27-flow-item-map-architecture-creator-portfolio-category-fit-lab-v1/runtime-migration-impact-v1.md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creator portfolio 기반 Item·Map 구조 검토의 11번째 판단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D:/flowme2605/flow-mvp/docs/specs/2026-07-27-flow-item-map-architecture-creator-portfolio-category-fit-lab-v1/final-adjudication-v1.json</a:t>
            </a:r>
          </a:p>
          <a:p xmlns:a="http://schemas.openxmlformats.org/drawingml/2006/main">
            <a:r>
              <a:t>- D:/flowme2605/flow-mvp/docs/specs/2026-07-27-flow-item-map-architecture-creator-portfolio-category-fit-lab-v1/validation-results-v1.json</a:t>
            </a:r>
          </a:p>
          <a:p xmlns:a="http://schemas.openxmlformats.org/drawingml/2006/main">
            <a:r>
              <a:t>- https://www.rfc-editor.org/rfc/rfc5545.html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c4ad7b569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61a8e64354a9e" /><Relationship Type="http://schemas.openxmlformats.org/officeDocument/2006/relationships/slideLayout" Target="/ppt/slideLayouts/slideLayout1.xml" Id="Rcfccd906aaa4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cd906aaa4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a6361ea104f61" /><Relationship Type="http://schemas.openxmlformats.org/officeDocument/2006/relationships/notesSlide" Target="/ppt/notesSlides/notesSlide1.xml" Id="R194ed90a13d1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894a334e84fcd" /><Relationship Type="http://schemas.openxmlformats.org/officeDocument/2006/relationships/notesSlide" Target="/ppt/notesSlides/notesSlide2.xml" Id="R4311bd28a1f5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e1978537e47d1" /><Relationship Type="http://schemas.openxmlformats.org/officeDocument/2006/relationships/notesSlide" Target="/ppt/notesSlides/notesSlide3.xml" Id="R07943467dbbb4c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6db39ba94256" /><Relationship Type="http://schemas.openxmlformats.org/officeDocument/2006/relationships/notesSlide" Target="/ppt/notesSlides/notesSlide4.xml" Id="R025e64102ee34a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1185385f94800" /><Relationship Type="http://schemas.openxmlformats.org/officeDocument/2006/relationships/notesSlide" Target="/ppt/notesSlides/notesSlide5.xml" Id="Rdb620720457c4d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494fc0fb24ecb" /><Relationship Type="http://schemas.openxmlformats.org/officeDocument/2006/relationships/notesSlide" Target="/ppt/notesSlides/notesSlide6.xml" Id="R68a3f413be8c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779d3e40040df" /><Relationship Type="http://schemas.openxmlformats.org/officeDocument/2006/relationships/notesSlide" Target="/ppt/notesSlides/notesSlide7.xml" Id="R04804c2712b2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fc85cc3844d1d" /><Relationship Type="http://schemas.openxmlformats.org/officeDocument/2006/relationships/notesSlide" Target="/ppt/notesSlides/notesSlide8.xml" Id="R97fa4557654344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f11549254ea2" /><Relationship Type="http://schemas.openxmlformats.org/officeDocument/2006/relationships/notesSlide" Target="/ppt/notesSlides/notesSlide9.xml" Id="R6cdc8c220d8c40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f324e900e47e9" /><Relationship Type="http://schemas.openxmlformats.org/officeDocument/2006/relationships/notesSlide" Target="/ppt/notesSlides/notesSlide10.xml" Id="R7dc991fee43c4c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08d5d48034348" /><Relationship Type="http://schemas.openxmlformats.org/officeDocument/2006/relationships/notesSlide" Target="/ppt/notesSlides/notesSlide11.xml" Id="R60d9b17c5d7046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BDA177D-BE3D-40DD-A2D5-D0D1C22F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9개 제작자 콘텐츠로 검증한</a:t>
            </a:r>
          </a:p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 데이터 구조의 결론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048CA8-17C0-465E-AF2A-61F74A1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Item을 원본으로 유지하고, ICS는 일정이 있는 순간에만 만든다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3C3C8F-3508-4D39-97F0-FE2FCDC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FLOWME ARCHITECTURE LAB</a:t>
            </a:r>
          </a:p>
        </p:txBody>
      </p:sp>
    </p:spTree>
    <p:extLst>
      <p:ext uri="{BB962C8B-B14F-4D97-AF65-F5344CB8AC3E}">
        <p14:creationId xmlns:p14="http://schemas.microsoft.com/office/powerpoint/2010/main" val="1296641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0C1CB-4C8B-44FB-8FC0-98C7CB55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91DF-44EE-4B55-90A0-F555955C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예시부터 보면 — 같은 Map이어도 시간 관계가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BBA4-30E0-453F-8B3B-14443570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DB6FB-922E-4ADB-9B11-93458697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콘텐츠 발굴 원문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37FE-7EC1-4BD7-962A-5EE4700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같은 Canonical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90224-35B6-4210-BCDD-5F85ADD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자연스러운 결과물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1B282-BC85-4AF5-886B-D4289D1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74D86-11A3-456B-80ED-C9F2589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이사 D-30 · 순서·날짜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1E1FD-600A-4204-9FCD-B5B4F75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35889-C1F2-4E61-BB73-11C3266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Wtable 반찬 5 · 날짜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D5252-40C5-4EB2-B5D9-A91B55E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E6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4C368-0772-4BAE-873D-5FC339E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AND 취업 영상 3 · 순서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88C33-276F-475F-848E-A2269B49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1C24D-B0B3-4648-8B70-EF0E750E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OPIc 42회 · 진도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F7D30-8B60-4ED0-BE08-D25D120E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3E57-18CC-429A-97BE-E7BB280F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신차 구매 14 · 비교·결정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DF44A-DF15-4E19-89FF-AE9207A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2B85E-3654-41FD-AD1C-F6FA616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강아지 접종 6 · 민감 일정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EEA1C-739D-42F7-A2EC-B8FAAE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17EEA-20C8-4413-A527-1FC19AB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47850"/>
            <a:ext cx="35242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14288">
            <a:solidFill>
              <a:srgbClr val="008F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28FC2-0D99-45E4-95B9-85D34EF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95CE6-4006-42F3-8C38-3FBA086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Flow Map · 사용자 job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02186-C262-4BD3-B864-192545E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Step  의미 단위별 묶음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4BE4F-20E0-4E22-86CD-90C0235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ADD6F-78EE-4529-A96A-780AD533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Item × 148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AB8E9-119D-4A69-A41A-DE0E915F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05225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title · detail · completion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schedule? · fields? · conditions?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sourceRefIds[]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63390-86CC-4A25-9B22-1EC5686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2F935-2E46-46DC-BA0A-B89D7D1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47850"/>
            <a:ext cx="3143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293F2-2D01-4F35-9C92-0AA2F5A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19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51BC1-B307-48B8-9EAE-154E05B4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384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이사·운동·접종처럼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일정 근거가 있을 때만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DF5F8-CDBD-4A4C-9610-E84293B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9975"/>
            <a:ext cx="314325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5E172-D655-4047-B734-72A1FD4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81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Checklist · Sheet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D0279-4116-45B5-BF94-671B2EA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00525"/>
            <a:ext cx="2724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반찬·영상·진도처럼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날짜 없이도 상태를 보존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0B0E70-4146-47B0-A6A1-828E720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104A4-3E99-4648-88E8-97AF5D7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3882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같은 Map이어도 날짜·순서·완료 상태는 원문에 있을 때만 활성화한다.</a:t>
            </a:r>
          </a:p>
        </p:txBody>
      </p:sp>
    </p:spTree>
    <p:extLst>
      <p:ext uri="{BB962C8B-B14F-4D97-AF65-F5344CB8AC3E}">
        <p14:creationId xmlns:p14="http://schemas.microsoft.com/office/powerpoint/2010/main" val="350054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D3671-30C1-4888-9E87-C172A0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5426A-FF75-4C59-9FFF-66D2EB7C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전체 구조 — 근거 198행 → Item 148개 → 필요한 결과물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3189D-A839-4D67-9D32-5CC6526C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C2A8C-F763-42A9-AAB4-B72D922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430">
            <a:solidFill>
              <a:srgbClr val="2E66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3A3ED-854E-41E0-965F-E796EDB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D1365-1E3F-4A49-808A-5DB7056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600E-73E5-4BF5-BC7C-6D80027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→ Snapshot → SourceRow → SourceReference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A1F7B-FF98-4254-979A-4B003A8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9개 실제 원문에서 SourceRow 198개를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EF60A-7027-4563-8993-A0F20A6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81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198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8D5EC-16C2-4DB0-B39A-15E44E4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11430">
            <a:solidFill>
              <a:srgbClr val="008F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323EB-3CA2-4032-8552-2DD5225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1CA14-63C0-4088-A186-13E93C4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4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Canonical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FDD05-127B-4EF5-A66B-85BE7AD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Flow Map → Flow 22 → Step 57 → Item 148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76F5D-D352-4B2F-916E-FE5F18B9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Item은 최소 실행 단위 · Field·Memo는 부속 설명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C0BBC-78DF-40AB-8C6C-FE714DD8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148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CB22E-4AAC-4482-8075-2A2DFFB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11430">
            <a:solidFill>
              <a:srgbClr val="287D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420A1-7E8A-4814-9086-BBD028F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FAC38-2DBE-46A7-AC92-23AC97C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8B706-4E85-4D3A-AB6A-5E9ABE1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UserFlowCopy → overlay → ExecutionRun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3CF1F-0553-4461-B22B-A6EA743A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7195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날짜·장소·선택값과 발생별 완료는 원본과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7790-6FBA-4256-824E-0C69915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52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User copy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937DA-7090-41E7-8101-6A67562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B56B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8935-58F6-453F-8248-79DA891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FBBBC-BB3C-4EC1-8EBB-E4E8E2AD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574E9-A067-42BE-B504-4F42E55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054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Calendar / ICS · Checklist · Todo · Sheet · Memo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1599E-98FB-4241-A764-92C92F6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같은 effective Item을 도구별로 선택 직렬화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8CBE8-5B44-4948-95F2-3BC9896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29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735146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47B1B-2FF2-4307-B10F-F0AB8524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FAC1F-D88B-4BCD-A601-0F19F69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Item은 할 일·상세·완료 기준, 일정은 선택값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36CEE-0282-4B55-B1AC-50F3717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8699C-78C7-4260-A899-0D78D901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F725-DD3E-4070-9A1F-B995443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31299-0EEF-49C1-8B29-F06DB6FC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CanonicalFlowItem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9987D-A725-46FA-B84A-3D21D01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오이지무침 만들기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4873F-A5CE-4624-9FF9-1D58443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71825"/>
            <a:ext cx="295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intent        act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completion   evidence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order          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schedule?    없음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fieldIds[]    선택 재료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memoIds[]     레시피 링크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sourceRefIds[] wtable-summer-1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F3EA9-C24A-4E26-9FD1-29D54A1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EDFEF-7E1F-402B-AF88-1F9D4497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① 실행 본체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4DA3-F20D-48B3-863E-61CD4C4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title · intent · order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completion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독립적으로 완료·결정·기록할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B7C5F-1E44-4B05-B54F-6D61A41D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29007-EC0A-4281-A540-87D5BD2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② 값 ·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91A6E-E8C8-476A-8D09-1C7DB2D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schedule? · location?</a:t>
            </a:r>
          </a:p>
          <a:p xmlns:a="http://schemas.openxmlformats.org/drawingml/2006/main">
            <a:r>
              <a:t>fieldIds[] · conditions?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필요한 경우에만 활성화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28061-1C34-4238-90ED-0DF0FD6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010A-1015-4337-B380-C30F040D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430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③ 설명 · 주의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E8B05-5820-48C1-AE9F-2F8203B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621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detail? · memoIds[]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cautionMemoIds[]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방법·맥락·주의·중단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8BAA7-2832-4A53-B596-8D10AB30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D6E76-043D-47BF-B11D-7E203FB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433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④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4E6EF-E3DD-488B-8AA3-1CEEBA3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6242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sourceRefIds[]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어떤 원문 행에서 나온 행동인지 추적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C8D7F-A064-4624-9ECC-6D44E1C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959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0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날짜가 없는 Item은 정상이다. Calendar가 아니라 Checklist·Sheet·Memo로 사용할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67721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471BA-55F4-40EE-B6CB-B526979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1BC49-2C85-4BA0-AD65-1B310C4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세 구조 비교 — Canonical v1이 96점으로 가장 안전했다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D1CBC-0D57-479A-8731-0F3D229F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8E5A-4EC7-4F08-B6D5-6C5A882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209925" cy="3152775"/>
          </a:xfrm>
          <a:prstGeom xmlns:a="http://schemas.openxmlformats.org/drawingml/2006/main" prst="roundRect">
            <a:avLst>
              <a:gd name="adj" fmla="val 241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CE96F-9D28-4250-80AA-ACFAB03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06023-3AB1-411D-BF9E-372387A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실제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7D3D1-A19F-442E-8846-6AC1989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289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이사업체 확정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533C-37FB-46D4-94AD-8F7A23DF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52800"/>
            <a:ext cx="2609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 기준  업체·조건 결정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상대 일정  D-14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        source row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E63A3-D255-4CC3-BEFD-C55975B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8C47-A67D-4578-A94E-3ED2B7A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2402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292BA-5AE5-499A-B4BA-6FE1FED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954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A · Current canonical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3ECF9-79AB-4791-9D61-7FFADC1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1457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96 · GO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의미·출처·상태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E8108-43DB-46B1-AE54-207EB46F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2402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690BD-2F9F-4C51-BC2A-BCCA600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B · Literal ICS-first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91E1A-886F-4CB0-802D-6DA737DD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1457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51 · HOLD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중첩 불가·client 의미 미검증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DA55-1146-4DED-A3E9-CFCFDCAA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4327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BDBF8-8AEC-4B22-B026-1FAD0B6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14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 · Item + SharedContext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329AD-1ACF-46C7-B2C2-91DCA932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3382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95 · MODIFY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반복 일정 근거가 1개뿐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0112B-F63A-4B1F-B3E3-E740D78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4327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60FEB-0DE8-46FB-96FC-AFF4738B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4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최종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55296-BABD-4E5E-B2E6-D14C326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Canonical + projection-time grouping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FD789-F613-4EE7-94F1-154A64F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1077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9525">
            <a:solidFill>
              <a:srgbClr val="C83C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192C8-9EBE-4FC8-900C-9A45371E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AB36F-FD72-492A-B821-51F5460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불변식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A95D4-2B3F-4C43-8032-A3F5E3A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149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Item은 canonical · 날짜 묶음은 export 정책 · SharedContext 저장은 보류</a:t>
            </a:r>
          </a:p>
        </p:txBody>
      </p:sp>
    </p:spTree>
    <p:extLst>
      <p:ext uri="{BB962C8B-B14F-4D97-AF65-F5344CB8AC3E}">
        <p14:creationId xmlns:p14="http://schemas.microsoft.com/office/powerpoint/2010/main" val="2033193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99B801-A140-4C25-BDF9-77495F8C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2D08-5D65-4614-9267-61EC405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이사 27 Item → Calendar 6묶음 또는 27건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425F4-4878-4129-859A-0B37FFF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EFD2-9457-4EB9-A033-28DB3492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76625" cy="398145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11430">
            <a:solidFill>
              <a:srgbClr val="C83C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51D67-227B-46FD-9E62-5BA1C1D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Granular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D042C-8BAD-4035-B1FF-B304365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05752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27 VEVENT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Item마다 한 일정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세부 상태를 일정에서 확인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Calendar가 촘촘해짐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원본 Item ID는 그대로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7C47-06F0-4A1A-BF8B-53FA9A5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435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98D7-BF8F-406A-BAB3-0488A48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435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· 세부 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16B9A-BC09-411E-BC54-450F632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19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ECB1E-389B-48FD-885F-D9F6065A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62100"/>
            <a:ext cx="7077075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11430">
            <a:solidFill>
              <a:srgbClr val="287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08F6-176A-4891-8287-FE68263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71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Compact export · step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C2FEB-46D5-42B5-A121-FB8D217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76475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742C-2DB0-42BE-80E3-152D441E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526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DF507-A120-4A07-838C-768BE45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76475"/>
            <a:ext cx="3000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FB2D7-3D3C-4249-BD8F-68F55A5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52675"/>
            <a:ext cx="2886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묶음 일정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C80E9-E827-4374-9640-88D120E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76475"/>
            <a:ext cx="116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BA997-2FF8-4D28-8F1E-5878BF4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포함 Item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BB756-414B-4021-8807-643531A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76475"/>
            <a:ext cx="1333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2140A-EB3B-41AC-AF83-55E082D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7CE10-20E4-4210-906D-0C38CDE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7652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DFF0E-34F1-4CC6-95CD-E219522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527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54674-ADDB-4382-B68F-1C72AE1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0EB6F-4261-48C5-9698-A803057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5272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결정·예약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9D2B8-7679-4BE5-9691-CE37684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765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C60A9-0B38-4165-8D1E-D4A9422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527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2B5A1-3CD0-4A34-9465-16A311A1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765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12180-81D9-4CF7-AED0-6114D199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527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C8DD0-6AA1-468C-BE51-06A8751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48786-A9A8-4228-8CD7-6A37ADA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623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D78DD-55B2-4492-9D07-83336CA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DD026-B519-46EE-A589-D6F8ABB6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6230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주소·서비스·짐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EF2FF-46CD-4A75-95CF-A26122C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861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9DB24-CFB2-4078-BAE6-7C2A19F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A7E83E-5AF8-45F5-ABA9-FDB055E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861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A88DD0-CB89-41FC-A3E1-4E08FB0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623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C63A4-854F-4D33-B621-867ED1B8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9567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2B541-32C7-4B60-9814-474CA2D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718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8519F-873E-408A-B27F-3742FEBF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CF78EB-B36A-4648-9090-2780B12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7187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포장·동선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F36EA-B947-4F63-8533-D4D960D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9567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7FE2AF-0AC8-4EA0-88D9-6E2E029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187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8BC51D-124D-426D-A973-53A9F59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7B9E61-2707-41F1-B5B7-9DFBC91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7187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7F7888-A574-4595-8343-4A76A596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47CFDD-7A34-40C4-80A5-608BE9E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8145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444F4D-97C9-484F-BA82-3C3F80E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CDDFF2-0B1F-49AB-814A-0ABECD8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8145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최종 확인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A9B3FB-7627-49BA-BA4E-C06B1CC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052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E3D76B-9439-4208-B2A2-68C99390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5개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C6FC94-BECA-4AA8-BE4B-A04735D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C5F806-FDB2-4EC5-BC44-ED5B04EC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814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48EF9A-8E27-4F07-A23B-7B5CFD88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1482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7A31E4-F5C6-4216-BF8C-10226E0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910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AABB43-EB0F-4117-A4D9-D6B830FE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A7B4E2-22FF-482A-92A9-E5F2635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39102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냉장고·귀중품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6756CA-4E4E-401E-8CCC-60A437B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148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49E915-A022-4D80-9406-FE7769D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910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04FB90-1358-4360-95AE-CCE7181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148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7FA3A4-AB20-4361-8B31-C7D9E81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910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E957C1-95B7-4E2A-99EC-CFF5898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244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90BABA-83E0-49E6-B48F-66D125A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006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D-day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F25DFF-1F72-4919-8D01-1A558738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0BBC72-50C8-4A6D-A922-537C59B0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0060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검침·인계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3D1953-96CE-4B8A-91FA-5F5E2AF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244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42CE23-BB8F-40DF-87F6-98B0680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006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6개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A4F0AF-7520-4F57-9637-102D486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150352-1D46-405F-B7F7-66590B8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006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7062C1-11D5-4311-8E25-A516FE70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435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BA8544-6381-459F-9308-7C600CE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435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· 6개 묶음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44E395-BA99-45CA-8FC6-1B3E4BB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24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둘 다 같은 27 Item에서 만든다. Calendar 묶음은 저장 구조가 아니라 사용자가 고르는 projection 정책이다.</a:t>
            </a:r>
          </a:p>
        </p:txBody>
      </p:sp>
    </p:spTree>
    <p:extLst>
      <p:ext uri="{BB962C8B-B14F-4D97-AF65-F5344CB8AC3E}">
        <p14:creationId xmlns:p14="http://schemas.microsoft.com/office/powerpoint/2010/main" val="256360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BACE4-C1C0-46A8-AD16-05DA8D2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FA184-AB0B-4E53-B1DF-B03ACD02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반찬·취업 영상·여행 체크는 Calendar 없이도 좋은 Flow다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68266-934E-48C8-88E8-0CB8204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A3A5-DE47-4419-B112-E0E3DD9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971800" cy="380047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11430">
            <a:solidFill>
              <a:srgbClr val="C83C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646B-D927-4D9F-9C0C-CBB02E7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잘못된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79C49-176F-499C-B4F9-BA54673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5527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날짜 강제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반찬 만들 날짜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영상 볼 날짜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여행 체크 날짜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r>
              <a:t>→ 원문에 없는 일정을 발명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A277-099D-4AD0-BE96-E9D828A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4D8C6-6FFB-4C00-AC5C-F460CA38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 · 날짜 발명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BAE81-280F-40B9-9490-1134413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76B31-95B4-44FF-AA68-72B12AF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43050"/>
            <a:ext cx="3524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A577-F6C9-468C-A5AF-3C4CBBF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날짜 없는 Item ×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EF665-3723-4D8D-AD3B-6CF69AA0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105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Wtable 5 · AND 3 · Triple 8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각 항목의 제목·상세·완료 상태와 sourceRef만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2589-6864-4E42-83BE-33557C9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35242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4981D-B5A2-4A59-A051-277C06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자연스러운 결과물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85B92-8A36-4B6A-975A-593DB19C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6717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Checklist · resource queue · Sheet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사용자가 날짜를 추가하면 그때 Calendar projection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B379D-E9B1-4DD7-8961-2BC011F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72E8A-48DC-4501-9E26-95D7609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3619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DC672-E1FF-45D3-A7E4-26EF78A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8AB67-783C-4DA7-BD34-6D963060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20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0 VEVENT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원문과 사용자 overlay에 일정이 없으면 만들지 않음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8D1D7-704B-43C4-9ECA-67338A7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619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99072-2E47-47D3-A8D5-44EF2389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480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보존되는 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1FB39-6398-4223-B1C4-C7930F68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67175"/>
            <a:ext cx="320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선택 순서 · 진행 상태 · 원문 링크 · 제작자 attribution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ICS 없이도 재방문할 상태가 남음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65B2C-A4DC-4FBC-8DAD-9C318DC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5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A060D-46D5-469B-85DD-B94D251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1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GO · 날짜 없이 사용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4FD3B-21F3-455D-BF28-B37CE0D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Wtable·AND·Triple: checklist / sheet   ·   Calendar optional   ·   날짜 없는 VEVENT 0</a:t>
            </a:r>
          </a:p>
        </p:txBody>
      </p:sp>
    </p:spTree>
    <p:extLst>
      <p:ext uri="{BB962C8B-B14F-4D97-AF65-F5344CB8AC3E}">
        <p14:creationId xmlns:p14="http://schemas.microsoft.com/office/powerpoint/2010/main" val="1949012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D05D1-389A-4A0C-A4E8-B9F28B3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2939-D0FA-4853-B81D-099BBEF0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9개 카테고리 모두 Item-first로 표현됐다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272C-DEAD-4110-BEC6-0853329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289FB-ABD9-414E-83ED-2979DDA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E967A-E531-43E1-914D-AC47D74D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① 일정형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BC8C-D991-4E36-A692-154CDDA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집·살림  이사 D-30</a:t>
            </a:r>
          </a:p>
          <a:p xmlns:a="http://schemas.openxmlformats.org/drawingml/2006/main">
            <a:r>
              <a:t>건강·운동  7일 복근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취미·반려  예방접종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DDA5-BAD5-4877-947D-39EECFC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F5A5B-AE1F-4376-BB65-C19A118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② 진도형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CB96-545D-4D15-AE17-E37BF4DF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공부·독서  OPIc 42회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Sheet가 현재 위치를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01423-53A8-48B4-8DC4-AD01788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D3B96-44BB-4E35-BC0D-B65CFCB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③ 실행·결정형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5F607-5BE6-4F41-AD5C-8744D1D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가족·육아  이유식</a:t>
            </a:r>
          </a:p>
          <a:p xmlns:a="http://schemas.openxmlformats.org/drawingml/2006/main">
            <a:r>
              <a:t>돈·구매  신차 14단계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3B480-DB94-4434-8357-4844046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A9141-8124-46B1-A51A-12632F3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④ 큐·체크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A7F6-E3DD-45C0-A66C-44387930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식사  Wtable 5</a:t>
            </a:r>
          </a:p>
          <a:p xmlns:a="http://schemas.openxmlformats.org/drawingml/2006/main">
            <a:r>
              <a:t>일·커리어  AND 3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여행  Triple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1F9C4-C944-4F40-94A6-5C964F4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3811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65E31-7DF0-4045-BC21-05F1BA13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Calendar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2ECB7-7509-4E7F-BCEC-3B160061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27459-B1AF-4C33-8B4D-BE67F6D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이사 · Allblanc · Fitpet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E4502-783D-4805-B3A7-8F4DCC3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DB39B-FE05-4F4D-9F35-6623A7D7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schedule 근거 있음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E2B4C-B1CD-42B7-A008-9F419B6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D7AAC-6BBA-4268-A357-E09CEF5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step bundle / per item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038D5-97B6-4D1E-940D-54C7F829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2C386-9FBA-4056-9EBE-F17839F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locale·safety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F6233-40E6-4205-BF17-02DBA48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3925"/>
            <a:ext cx="13811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5346C-0B9A-49AC-AA0C-4671BAC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39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 Calendar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783F8-770A-4407-847C-29ED78B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5AF5D-9B51-42F5-A8BA-85C69E4C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이유식 · OPIc · 신차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3E5D1-A6DC-4D9D-8124-D1B74C7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78B32-6ED3-4109-B2A5-29723CD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Wtable · AND · Triple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AE4C3-457C-4009-8043-F06285A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03259-A420-4803-B71F-F915A15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checklist / sheet / queue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F93A3-CEC9-4A54-91D2-D424B20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30869-C198-45F4-A4F3-A7A4ECF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날짜를 발명하지 않음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A4999-1AD1-4495-902B-570BC9D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055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primaryLifeArea 9개를 모두 덮었지만 자연스러운 artifact는 서로 달랐다. 형태 다양성보다 원문 의미가 우선이다.</a:t>
            </a:r>
          </a:p>
        </p:txBody>
      </p:sp>
    </p:spTree>
    <p:extLst>
      <p:ext uri="{BB962C8B-B14F-4D97-AF65-F5344CB8AC3E}">
        <p14:creationId xmlns:p14="http://schemas.microsoft.com/office/powerpoint/2010/main" val="1586954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AD343-4BE2-48F2-B890-39D558D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0F1E-1164-4570-8E0A-82327AE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제작자·플랫폼·원문 소유자를 분리해야 Map이 안전하다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AF3D-F631-44F4-9ADD-1B8EA67C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4B448-DCA5-4274-AD98-D4E6A7C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5C76A-1EDD-4581-8F68-07FF41C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Creator / source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EBC87-87BE-4F07-8D4A-7EBE71C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우리의식탁 큐레이션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아정당 이사 가이드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AND Studio 영상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행과 수정 책임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11FF1-01FF-473D-9198-802B07D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191B5-1A9C-4DC0-8D2E-C8A834C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콘텐츠 의미의 소유자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F6E1C-5350-485F-A2BF-B36CE71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4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A07B6-D7D0-4AA9-95AC-DEA28E7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0786C-09C4-4405-8BF0-620F6F1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Provider / curator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5A0B6-8A89-4C52-BFE8-DA0B53C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YouTube · 블로그 · 플랫폼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컬렉션 편집자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배포 채널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접근과 노출 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8601B-ADCA-4E1C-8716-1569A61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43017-7242-4EE2-90F7-DCF0F34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서비스 역할과 출처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7BBAD-EC57-4352-8376-AEB57AF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4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4F861-5655-459D-B8C7-C64991B4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FA277-555F-4421-925C-DD6227B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UserFlowCopy /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EAD00-E3F7-4D2D-AE14-402665D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내 날짜·장소·선택값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완료·보류·메모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개인 export 설정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원본과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8FB15-77C2-4E7A-A26C-E203D98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83F9C-8BB0-4E64-8CFA-AC93463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사용자의 실행 상태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5C343-0458-47F6-B097-8FE2BEC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927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C9B4C-FF9F-4327-9FE0-715EAC9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5307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8F7B7-82CF-428C-A1C9-6E19E8B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5307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내부 전용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40612-BA5C-4C31-A5F8-5F038CE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1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ReviewRecord: rights · locale · safety · privacy · promotion은 attribution·실행 상태와 별도</a:t>
            </a:r>
          </a:p>
        </p:txBody>
      </p:sp>
    </p:spTree>
    <p:extLst>
      <p:ext uri="{BB962C8B-B14F-4D97-AF65-F5344CB8AC3E}">
        <p14:creationId xmlns:p14="http://schemas.microsoft.com/office/powerpoint/2010/main" val="1266964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576A0-0A77-41B3-BFFD-565CC13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ARCHITECTURE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BFF6B-099E-46CC-B984-78BA452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Runtime은 유지하고 backend adapter부터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6B66A-5B41-4DD9-8DF6-AF4AB33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2FEC1-0C77-4EEE-A573-014506C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552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9A69-468B-473F-BADA-2F87F00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2E516-FF36-4392-B8FB-D07175BE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3962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2038E-1258-419E-8054-F462C4F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19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48A7F-9FC9-4C03-B1D8-C6D5E1EB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04950"/>
            <a:ext cx="4876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7114B-5BE2-4510-8194-18977EB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6192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권고 Canonical +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9EF74-4CAC-48A4-A001-926876F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9D647-AEA8-4EC7-ABE8-06E87B9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03B17-082F-4405-832E-BC30993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60852-DCE6-4169-8679-4DD249B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category · structure_type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0427A-B29C-4DE8-B5E7-4F185E0F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716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BD94F-C3F9-4D8D-A886-2D3AFE5D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669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primaryLifeArea · sourceShape · executionPattern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497B-EC04-4B4A-85EF-CDE4ABA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9771E-56E3-4498-B129-AE8E970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실행 항목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16A20-A956-401C-BB2C-BE63039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19D89-1FC4-4655-84F4-AB8369D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FlowItem.type ·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AA8E0-A67C-4EE2-B07B-C564EF57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0C548-0928-4848-BF1A-146B392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146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Item intent · completion · schedule? · sourceRefIds[]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98EC4-1820-49C9-82E5-76D3636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2E474-2F93-48AC-AAF6-F77337F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일정 묶음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32D59-2E13-4D87-BCD4-BA85022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670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BC96-5427-4807-A0AF-1DB6574D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Item 단위 Calendar 중심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4B86B-010E-4CFE-92E0-5AB8FA2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670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B6F91-3453-4A03-A76B-6CAC8F52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projectionPolicy: none | per_item | step_bundle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A659C-CF87-4F3D-86F0-D95CAAAF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63353-B70C-4F73-AF62-A841972A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22998-F613-4473-8969-D8C81CD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147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CCB93-532E-40A2-82FC-829714C3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00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source_title · source_url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BD14E-3ED7-46D0-863F-F5A1426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A940E-A62C-4FCE-A04D-4C6B931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00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SourceRow 198 → SourceReference → Item provenance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C83870-415A-4365-8E24-18AFF2A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A9F09-9D82-4918-9567-518C820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귀속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67CF7-94CB-4A58-8D0C-8A01626E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8E738-A87C-4264-B733-59E2DB0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provider/creator 구분이 약함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BDB5C-8FA2-404D-AD17-BF519E8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2B2E1-FDAB-4D99-8A68-FA5685D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577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creator · provider · sourceOwner · curator 분리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ADF33-FDD4-4BEB-A60E-E8F4BFA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DE2730-B0FD-469B-961F-F5689489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이번 범위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45937-9381-4B1F-B5D9-C8C0CDC3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01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8F3384-26EB-475C-AD9A-E9A2705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054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앱이 실제 사용 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A520A-A394-4C25-913D-D6FD95A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01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F86908-1A6F-408F-834B-11D0283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054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DTO validator + adapter 설계 증거, runtime 변경 없음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981951-2ECF-4B0B-B8BB-5EEE1ADF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579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이번 결론은 runtime 전환 완료가 아니다. backend 계약과 projection adapter를 구현할 근거가 생겼다는 뜻이다.</a:t>
            </a:r>
          </a:p>
        </p:txBody>
      </p:sp>
    </p:spTree>
    <p:extLst>
      <p:ext uri="{BB962C8B-B14F-4D97-AF65-F5344CB8AC3E}">
        <p14:creationId xmlns:p14="http://schemas.microsoft.com/office/powerpoint/2010/main" val="518722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AE81D-9042-4309-8AF8-77454AA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BACKEND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70EE8-9462-4357-9C46-ABC1D3D2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41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결론 — Item 원본 + projection adapter로 backend를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AE00-1E3B-4E72-BCE9-60A2535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BA1D-74C8-43D0-A916-7255700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20455-AD5B-4C77-8135-5FB453C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1  계약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755D6-ABD6-444D-AB2F-59026A1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SourceRow · Item · Map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근거·gate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0A9C8-A313-45A8-B80E-778C6D6F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F2A31-8B59-4CDF-B347-53219543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6EDBB-C9F1-41B9-9F2A-8124FB8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2  내보내기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14C59-F20B-4553-A767-A0D8F86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none · per_item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step_bundle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E6940-C947-416A-A18C-A6E4A48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7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3B93-3DB2-46F5-B6A9-6196558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0ED34-F91E-4DC2-9B04-12C284F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3 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F750A-26E7-4F85-BF3F-A257B1F5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ICS · Checklist · Todo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Sheet · Memo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E2A8-FF10-463C-B0D5-652370D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723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634B-E24D-497C-A663-CB9724BF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72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검증 통과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D74A9-3911-4AEB-B178-A9378FF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↓ 행 부족·권리·안전 차단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2FB0F-60B9-45A3-982B-352C29F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3219450" cy="3876675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DC9C0-760F-474C-BD36-CAF043C6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다음 backend 산출물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4FABD-7D2B-4E8E-9EF3-73854821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669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E0710-B947-4250-AA5F-77AE3374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669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canonical DTO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793C2-0ACA-44A2-BEFD-5FE4C01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1460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Item 148 구조를 그대로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4E831-C274-4C26-8E21-73697E5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90A42-55CA-4EBF-8A7E-DBC4FFB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projection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B1C98-D650-4B63-AF3A-18A1339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527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Calendar 0/묶음/개별 비교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CFF4B-792B-4BA4-81A0-224CC3B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4332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6B7EF-46DE-448B-A103-F84840B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433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source_import_required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13693-0E57-4BD5-A3A8-FC10DFC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79095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행이 없으면 Item 0으로 중단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C04F8-F195-46F7-9DB8-4D6CEA0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F84AC-9BB3-4D36-B067-C2F55A1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hold / 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AC8C9-2E00-4399-B636-9ADC2B1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29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rights·locale·safety 경계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FF6B6C-BBD1-4E94-9653-D753D4B2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81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4A315-DF0E-485F-90BD-DD3A7C4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결정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C8FAD-364A-437B-8F23-7DEA25E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676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keep_current_canonical_v1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 projection_time_grouping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SharedContext persistence = 보류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9918C-2923-466A-A4F2-3E9FBF49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9525">
            <a:solidFill>
              <a:srgbClr val="C83C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191E0-0BC0-4EAA-A1B6-85FB96D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좋은 backend는 모든 Item을 ICS로 만들지 않는다. 일정이 있는 Item만 선택해 전달한다.</a:t>
            </a:r>
          </a:p>
        </p:txBody>
      </p:sp>
    </p:spTree>
    <p:extLst>
      <p:ext uri="{BB962C8B-B14F-4D97-AF65-F5344CB8AC3E}">
        <p14:creationId xmlns:p14="http://schemas.microsoft.com/office/powerpoint/2010/main" val="398445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2026-07-27T15:26:19.6100000Z</dcterms:created>
  <dcterms:modified xsi:type="dcterms:W3CDTF">2026-07-27T15:26:19.6100000Z</dcterms:modified>
</coreProperties>
</file>